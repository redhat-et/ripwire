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strict file@10</c:v>
                </c:pt>
              </c:strCache>
            </c:strRef>
          </c:tx>
          <c:spPr>
            <a:solidFill>
              <a:srgbClr val="56D6E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ripwire --for</c:v>
                  </c:pt>
                  <c:pt idx="1">
                    <c:v>repowise 0.37.0</c:v>
                  </c:pt>
                  <c:pt idx="2">
                    <c:v>codeseek 0.1.31 (ident arm)</c:v>
                  </c:pt>
                  <c:pt idx="3">
                    <c:v>codeseek 0.1.31 (raw fallback)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58.3</c:v>
                </c:pt>
                <c:pt idx="1">
                  <c:v>33.3</c:v>
                </c:pt>
                <c:pt idx="2">
                  <c:v>15</c:v>
                </c:pt>
                <c:pt idx="3">
                  <c:v>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E6EDF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b"/>
        <c:majorGridlines>
          <c:spPr>
            <a:ln w="6350" cap="flat">
              <a:solidFill>
                <a:srgbClr val="232D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117"/>
        </a:solidFill>
        <a:ln>
          <a:noFill/>
        </a:ln>
        <a:effectLst/>
      </c:spPr>
    </c:plotArea>
    <c:plotVisOnly val="1"/>
    <c:dispBlanksAs val="span"/>
  </c:chart>
  <c:spPr>
    <a:solidFill>
      <a:srgbClr val="0D1117"/>
    </a:solidFill>
    <a:ln w="12700" cap="flat">
      <a:solidFill>
        <a:srgbClr val="0D1117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strict file@10</c:v>
                </c:pt>
              </c:strCache>
            </c:strRef>
          </c:tx>
          <c:spPr>
            <a:solidFill>
              <a:srgbClr val="56D6E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ripwire --for</c:v>
                  </c:pt>
                  <c:pt idx="1">
                    <c:v>codebase-memory-mcp</c:v>
                  </c:pt>
                  <c:pt idx="2">
                    <c:v>graphify</c:v>
                  </c:pt>
                  <c:pt idx="3">
                    <c:v>Aider repo-map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36.7</c:v>
                </c:pt>
                <c:pt idx="1">
                  <c:v>26.7</c:v>
                </c:pt>
                <c:pt idx="2">
                  <c:v>21.7</c:v>
                </c:pt>
                <c:pt idx="3">
                  <c:v>13.3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E6EDF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  <c:min val="0"/>
        </c:scaling>
        <c:delete val="0"/>
        <c:axPos val="b"/>
        <c:majorGridlines>
          <c:spPr>
            <a:ln w="6350" cap="flat">
              <a:solidFill>
                <a:srgbClr val="232D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117"/>
        </a:solidFill>
        <a:ln>
          <a:noFill/>
        </a:ln>
        <a:effectLst/>
      </c:spPr>
    </c:plotArea>
    <c:plotVisOnly val="1"/>
    <c:dispBlanksAs val="span"/>
  </c:chart>
  <c:spPr>
    <a:solidFill>
      <a:srgbClr val="0D1117"/>
    </a:solidFill>
    <a:ln w="12700" cap="flat">
      <a:solidFill>
        <a:srgbClr val="0D1117"/>
      </a:solidFill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strict file@10</c:v>
                </c:pt>
              </c:strCache>
            </c:strRef>
          </c:tx>
          <c:spPr>
            <a:solidFill>
              <a:srgbClr val="3A435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C26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pre-routing baseline</c:v>
                  </c:pt>
                  <c:pt idx="1">
                    <c:v>routed --for (shipping)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27.6</c:v>
                </c:pt>
                <c:pt idx="1">
                  <c:v>60.9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5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50" b="0" i="0" u="none" strike="noStrike">
                <a:solidFill>
                  <a:srgbClr val="E6EDF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232D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117"/>
        </a:solidFill>
        <a:ln>
          <a:noFill/>
        </a:ln>
        <a:effectLst/>
      </c:spPr>
    </c:plotArea>
    <c:plotVisOnly val="1"/>
    <c:dispBlanksAs val="span"/>
  </c:chart>
  <c:spPr>
    <a:solidFill>
      <a:srgbClr val="0D1117"/>
    </a:solidFill>
    <a:ln w="12700" cap="flat">
      <a:solidFill>
        <a:srgbClr val="0D1117"/>
      </a:solidFill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cold-to-cold speedup vs Aider repo-map (×)</c:v>
                </c:pt>
              </c:strCache>
            </c:strRef>
          </c:tx>
          <c:spPr>
            <a:solidFill>
              <a:srgbClr val="56D6E8"/>
            </a:solidFill>
            <a:effectLst/>
          </c:spPr>
          <c:invertIfNegative val="0"/>
          <c:dLbls>
            <c:numFmt formatCode="0.0&quot;×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repo A</c:v>
                  </c:pt>
                  <c:pt idx="1">
                    <c:v>repo B</c:v>
                  </c:pt>
                  <c:pt idx="2">
                    <c:v>repo C</c:v>
                  </c:pt>
                  <c:pt idx="3">
                    <c:v>repo D</c:v>
                  </c:pt>
                  <c:pt idx="4">
                    <c:v>repo 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11.3</c:v>
                </c:pt>
                <c:pt idx="1">
                  <c:v>19.1</c:v>
                </c:pt>
                <c:pt idx="2">
                  <c:v>9.1</c:v>
                </c:pt>
                <c:pt idx="3">
                  <c:v>31.6</c:v>
                </c:pt>
                <c:pt idx="4">
                  <c:v>42</c:v>
                </c:pt>
              </c:numCache>
            </c:numRef>
          </c:val>
        </c:ser>
        <c:dLbls>
          <c:numFmt formatCode="0.0&quot;×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  <c:min val="0"/>
        </c:scaling>
        <c:delete val="0"/>
        <c:axPos val="l"/>
        <c:majorGridlines>
          <c:spPr>
            <a:ln w="6350" cap="flat">
              <a:solidFill>
                <a:srgbClr val="232D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117"/>
        </a:solidFill>
        <a:ln>
          <a:noFill/>
        </a:ln>
        <a:effectLst/>
      </c:spPr>
    </c:plotArea>
    <c:plotVisOnly val="1"/>
    <c:dispBlanksAs val="span"/>
  </c:chart>
  <c:spPr>
    <a:solidFill>
      <a:srgbClr val="0D1117"/>
    </a:solidFill>
    <a:ln w="12700" cap="flat">
      <a:solidFill>
        <a:srgbClr val="0D1117"/>
      </a:solidFill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tokens</c:v>
                </c:pt>
              </c:strCache>
            </c:strRef>
          </c:tx>
          <c:spPr>
            <a:solidFill>
              <a:srgbClr val="3A43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naive: grep dump + whole-file reads</c:v>
                  </c:pt>
                  <c:pt idx="1">
                    <c:v>ripwire answers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367192</c:v>
                </c:pt>
                <c:pt idx="1">
                  <c:v>14758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6EDF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000"/>
          <c:min val="0"/>
        </c:scaling>
        <c:delete val="0"/>
        <c:axPos val="b"/>
        <c:majorGridlines>
          <c:spPr>
            <a:ln w="6350" cap="flat">
              <a:solidFill>
                <a:srgbClr val="232D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117"/>
        </a:solidFill>
        <a:ln>
          <a:noFill/>
        </a:ln>
        <a:effectLst/>
      </c:spPr>
    </c:plotArea>
    <c:plotVisOnly val="1"/>
    <c:dispBlanksAs val="span"/>
  </c:chart>
  <c:spPr>
    <a:solidFill>
      <a:srgbClr val="0D1117"/>
    </a:solidFill>
    <a:ln w="12700" cap="flat">
      <a:solidFill>
        <a:srgbClr val="0D1117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417320"/>
            <a:ext cx="7680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</a:t>
            </a:r>
            <a:endParaRPr lang="en-US" sz="7600" dirty="0"/>
          </a:p>
        </p:txBody>
      </p:sp>
      <p:sp>
        <p:nvSpPr>
          <p:cNvPr id="3" name="Text 1"/>
          <p:cNvSpPr/>
          <p:nvPr/>
        </p:nvSpPr>
        <p:spPr>
          <a:xfrm>
            <a:off x="566928" y="26974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ripgrep of AI context.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329184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zero-runtime-dependency C++23 CLI that maps any codebase into a ranked, deterministic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graph for coding agents — and puts a tripwire on every claim it emits.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" y="443484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</a:t>
            </a:r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speed half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95528" y="4956048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answers in tens of milliseconds, from a call graph it built itself.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36208" y="443484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64808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</a:t>
            </a:r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honesty half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64808" y="4956048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Unprovable totals ship labelled as floors. A zero means none found — never none exists.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Apache-2.0  ·  single binary  ·  hermetic build (proven with the network off)  ·  15 vendored tree-sitter grammars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agent reads the whole library to answer one question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5577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 grep, then whole-file reads. Most of what enters the context window is never used — it is paid for anyway, on every step of every task.
</a:t>
            </a:r>
            <a:pPr indent="0" marL="0">
              <a:buNone/>
            </a:pPr>
            <a:r>
              <a:rPr lang="en-US" sz="16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bigger context is not better context: irrelevant text actively degrades the answer. The job is selection — a small, ranked, structural map beats a pile of open files.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629400" y="1783080"/>
            <a:ext cx="4892040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20840" y="201168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0.114 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720840" y="2825496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answer, warm index — latest head-to-head round, N = 60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629400" y="3931920"/>
            <a:ext cx="4892040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20840" y="416052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−39.4%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720840" y="4974336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ceiling vs the un-routed baseline — LocBench cost ledger, N = 243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5029200"/>
            <a:ext cx="5577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caveat travels with the number: ripwire answers from a warm, pre-built index; competitor medians include their per-question work. Same instances, same gold, same metric code.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bench/headtohead/r2-2026-08-03/ · bench/locbench/ — every figure on this deck names its instrument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 binary, the whole pipeline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Crawl → parse → resolve → rank → emit. Deterministic, end to end.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crawl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76656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tree, no VCS needed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587752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825496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35224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parse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2935224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tree-sitter, 15 vendored grammars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846320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084064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3792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resolve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193792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→ call graph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104888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342632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52360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452360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PageRank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363456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9601200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10928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710928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minified XML, one line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794760"/>
            <a:ext cx="11055096" cy="621792"/>
          </a:xfrm>
          <a:prstGeom prst="roundRect">
            <a:avLst>
              <a:gd name="adj" fmla="val 1323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9808" y="3840480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byte-identical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3493008" y="3840480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runs, same bytes — a gate on every push, not a tendency; warm equals cold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507992"/>
            <a:ext cx="11055096" cy="621792"/>
          </a:xfrm>
          <a:prstGeom prst="roundRect">
            <a:avLst>
              <a:gd name="adj" fmla="val 1323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" y="4553712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 runtime deps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3493008" y="4553712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CMake + a C++23 compiler; builds with the network off — vendored everything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5096" cy="621792"/>
          </a:xfrm>
          <a:prstGeom prst="roundRect">
            <a:avLst>
              <a:gd name="adj" fmla="val 1323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" y="5266944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languages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3493008" y="5266944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C/C++, ObjC, Python, TS/JS, Java, Go, Rust, Ruby, Swift, C#, Bash — plus JSON and Metal (a C++ dialect)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66928" y="5934456"/>
            <a:ext cx="11055096" cy="621792"/>
          </a:xfrm>
          <a:prstGeom prst="roundRect">
            <a:avLst>
              <a:gd name="adj" fmla="val 1323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9808" y="5980176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agent-native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3493008" y="5980176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MCP server and 123 long flags behind one `--help` that is always the authority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every feature, one screen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families of questions it answers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2821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cold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2990088" y="172821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this repo, and what matters in it?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601968" y="1728216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--for  --tree  --lego  --exemplar  --recall  --top-k  --token-budget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66928" y="2368296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40487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990088" y="2404872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calls this? Safe to change? Which tests?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601968" y="2404872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--callers  --callees  --uses  --impact  --path  --connect  --affected  --situ  --test-gate  --grep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66928" y="3044952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81528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ladder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990088" y="3081528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me more — but only where it pays.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601968" y="3081528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--detail  --pack-signatures  --outline  --expand  --compress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66928" y="3721608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58184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&amp; risk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990088" y="375818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is the risk, and did I just add some?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601968" y="3758184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--hotspots  --clones  --metrics  --deps  --lint  --quality-delta  --edit-check  --pr-context  --merge-scout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66928" y="4398264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43484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self-diagnosis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2990088" y="4434840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my setup actually working?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01968" y="4434840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--doctor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66928" y="5074920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11149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990088" y="51114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agent skill file safe to install?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601968" y="5111496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--scan-skill  --scan-skills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66928" y="5751576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78815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knobs &amp; modes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2990088" y="5788152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Shape, format, cache, budget.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601968" y="5788152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 --format  --mcp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--help is generated from the binary's own flag table — 123 long flags; docs/COMMANDS.md documents 101 of them with real recorded output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reach for it at the moment, not the manual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reflexes: which verb fires when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10512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cold on a task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121408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--for="&lt;task&gt;"  ·  --pack-task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2395728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ranked, budgeted context in one call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81344" y="1737360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45936" y="1810512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trace in hand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45936" y="2121408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--from-trace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345936" y="2395728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frames mapped to symbols, innermost body included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871216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944368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“Is it safe to change X?”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255264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--impact  ·  --uses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31520" y="3529584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blast radius, not just 1-hop callers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81344" y="2871216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45936" y="2944368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edited a symbol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45936" y="3255264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--edit-check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345936" y="3529584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the contract change, who breaks — ~ms, warm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005072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078224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to write a helper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389120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--exemplar  ·  --grep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31520" y="4663440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imitate the house pattern; catch the duplicate early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81344" y="4005072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45936" y="4078224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several branches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345936" y="4389120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--merge-scout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345936" y="4663440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pairwise conflict sites + a landing order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5138928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212080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call it done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1520" y="5522976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--quality-delta  ·  --test-gate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31520" y="5797296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what you made worse; exactly which tests to run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181344" y="5138928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45936" y="5212080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Reviewing a diff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345936" y="5522976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--pr-context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345936" y="5797296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per-file blast radius, tests-to-run, hotspot flags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same instances, same gold, same metric code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Head-to-head: every round, every tool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664208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2 (2026-08-03) — strict file@10, N = 60</a:t>
            </a:r>
            <a:endParaRPr lang="en-US" sz="11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938528"/>
          <a:ext cx="667512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411480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1 — strict file@10, N = 60 (own binary + evaluator; rounds are not number-comparable)</a:t>
            </a:r>
            <a:endParaRPr lang="en-US" sz="115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566928" y="4389120"/>
          <a:ext cx="667512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7498080" y="1783080"/>
            <a:ext cx="4023360" cy="1554480"/>
          </a:xfrm>
          <a:prstGeom prst="roundRect">
            <a:avLst>
              <a:gd name="adj" fmla="val 5294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589520" y="19202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58.3%</a:t>
            </a:r>
            <a:endParaRPr lang="en-US" sz="4400" dirty="0"/>
          </a:p>
        </p:txBody>
      </p:sp>
      <p:sp>
        <p:nvSpPr>
          <p:cNvPr id="10" name="Text 6"/>
          <p:cNvSpPr/>
          <p:nvPr/>
        </p:nvSpPr>
        <p:spPr>
          <a:xfrm>
            <a:off x="7589520" y="2734056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file@10 — every gold file in the top ten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60 paired, zero exclusions · 17–2 paired vs repowise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7498080" y="3429000"/>
            <a:ext cx="4023360" cy="1554480"/>
          </a:xfrm>
          <a:prstGeom prst="roundRect">
            <a:avLst>
              <a:gd name="adj" fmla="val 5294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680960" y="3547872"/>
            <a:ext cx="3703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wall (query, warm): 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ripwire 0.114 s · repowise 1.14 s (incl. a per-query server spawn) — round 1: Aider 2.5 s · graphify 5.8 s, cold per run.
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codeseek's raw arm: 0 results on 60/60 — a query-protocol boundary, not its embedder mode. Vexp and CodeIndexer were excluded by free-tier caps, not beaten.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7498080" y="5120640"/>
            <a:ext cx="4023360" cy="1005840"/>
          </a:xfrm>
          <a:prstGeom prst="roundRect">
            <a:avLst>
              <a:gd name="adj" fmla="val 818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680960" y="5221224"/>
            <a:ext cx="3703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3, different instrument: 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headroom (the compression layer) passed code through byte-identical; ripwire answered at 7.3% of the naive baseline's tokens.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bench/headtohead/REPORT.md (r1) · r2-2026-08-03/ · r3-headroom-2026-08-03/ · docs/EVALS.md §2 — an adversarial VERIFIER.md ships with each round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held-out, repo-disjoint, frozen dataset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the ranker: +33 points, measured properly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920240"/>
          <a:ext cx="5760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675120" y="1920240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0" y="1975104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+33.33pp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8503920" y="1975104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 delta, 243 held-out instances in 78 repository clusters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675120" y="2816352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0" y="287121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+25.00pp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8503920" y="2871216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clustered-bootstrap 95% lower bound — the honest floor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675120" y="3712464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0" y="376732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−39.4%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8503920" y="3767328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ceiling for that gain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675120" y="4608576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0" y="4663440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+3.4%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8503920" y="4663440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latency for that gain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bench/locbench/ — czlll/Loc-Bench_V1, 560 rows, JSON SHA-256 pinned in dataset.lock; metric code = LocAgent's strict Acc@k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compiled, not interpreted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faster: same algorithm, 9-42× the speed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82880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576072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repositories, tag caches cleared each run, minimum of N runs. Same pipeline on both sides — tree-sitter parse then PageRank — so the gap is compiled versus interpreted.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903720" y="1828800"/>
            <a:ext cx="4617720" cy="1737360"/>
          </a:xfrm>
          <a:prstGeom prst="roundRect">
            <a:avLst>
              <a:gd name="adj" fmla="val 473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086600" y="2011680"/>
            <a:ext cx="4251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1,560-file repository
</a:t>
            </a:r>
            <a:pPr indent="0" marL="0">
              <a:buNone/>
            </a:pPr>
            <a:r>
              <a:rPr lang="en-US" sz="22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 s cold · 0.18 s warm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Aider's map of the same tree: 40 s cold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903720" y="3749040"/>
            <a:ext cx="4617720" cy="1920240"/>
          </a:xfrm>
          <a:prstGeom prst="roundRect">
            <a:avLst>
              <a:gd name="adj" fmla="val 42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86600" y="3931920"/>
            <a:ext cx="4251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second goes (self-profiled)
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~780 ms → 33 ms warm (24×, the cache)
resolve + PageRank together: ~21 ms
</a:t>
            </a:r>
            <a:pPr indent="0" marL="0">
              <a:buNone/>
            </a:pPr>
            <a:r>
              <a:rPr lang="en-US" sz="1150" i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ranking is the cheap part — the graph math was never the bottleneck.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bench/BENCHMARK.md (caveat: measured 2026-06-20 on a large private C++ corpus — historical, not publicly reproducible) · bench/PROFILE.md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performance sprint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the wait: work removed before work optimized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2679192" cy="1371600"/>
          </a:xfrm>
          <a:prstGeom prst="roundRect">
            <a:avLst>
              <a:gd name="adj" fmla="val 6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938528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ms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2450592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C++ run — was 190 ms, −47%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55848" y="1783080"/>
            <a:ext cx="2679192" cy="1371600"/>
          </a:xfrm>
          <a:prstGeom prst="roundRect">
            <a:avLst>
              <a:gd name="adj" fmla="val 6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1938528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29000" y="2450592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cache run — was 40 ms, half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44768" y="1783080"/>
            <a:ext cx="2679192" cy="1371600"/>
          </a:xfrm>
          <a:prstGeom prst="roundRect">
            <a:avLst>
              <a:gd name="adj" fmla="val 6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1938528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3 ms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217920" y="2450592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+ rank + emit — below the noise floor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33688" y="1783080"/>
            <a:ext cx="2679192" cy="1371600"/>
          </a:xfrm>
          <a:prstGeom prst="roundRect">
            <a:avLst>
              <a:gd name="adj" fmla="val 6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06840" y="1938528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006840" y="2450592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determinism, ASan, det-gate and cache gates — unchanged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3383280"/>
            <a:ext cx="11055096" cy="512064"/>
          </a:xfrm>
          <a:prstGeom prst="roundRect">
            <a:avLst>
              <a:gd name="adj" fmla="val 1607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41071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ingest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218688" y="34107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FILE* whole-file reads; CSV counting became a byte scan — iostream out of the hot path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968496"/>
            <a:ext cx="11055096" cy="512064"/>
          </a:xfrm>
          <a:prstGeom prst="roundRect">
            <a:avLst>
              <a:gd name="adj" fmla="val 1607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9808" y="39959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--no-cache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218688" y="39959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skips contentHash64() entirely when no lookup or save can use it — pure waste removed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553712"/>
            <a:ext cx="11055096" cy="512064"/>
          </a:xfrm>
          <a:prstGeom prst="roundRect">
            <a:avLst>
              <a:gd name="adj" fmla="val 1607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45811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capture gating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3218688" y="45811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value-use capture runs only for --uses, --metrics, --for and --exemplar — side captures 404 → 57 ms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138928"/>
            <a:ext cx="11055096" cy="512064"/>
          </a:xfrm>
          <a:prstGeom prst="roundRect">
            <a:avLst>
              <a:gd name="adj" fmla="val 1607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9808" y="51663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parallel parse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218688" y="5166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compile overlaps parse scheduling; files schedule by size — ids stay deterministic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724144"/>
            <a:ext cx="11055096" cy="512064"/>
          </a:xfrm>
          <a:prstGeom prst="roundRect">
            <a:avLst>
              <a:gd name="adj" fmla="val 1607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9808" y="575157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cap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3218688" y="575157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parsed-file backlog bounded at 4 files / 8 MiB per worker — memory pressure stays sane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pre-release performance sprint — measured on the private ~1,500-file C++ corpus (historical, not publicly reproducible); same map contract: byte-identical output before and after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where the time goes now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 at scale — and the long pole is the parser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6118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92808"/>
            <a:ext cx="3282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radix edges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3282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numeric keys for graph edges — ~6× edge sort at scale, on the production graph path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88536" y="1783080"/>
            <a:ext cx="36118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53128" y="1892808"/>
            <a:ext cx="3282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radix scores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453128" y="2240280"/>
            <a:ext cx="3282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score/id ordering made numeric — 5.8–8.5× in benchmarks, deterministic tie-break kept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10144" y="1783080"/>
            <a:ext cx="36118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74736" y="1892808"/>
            <a:ext cx="3282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timsort scratch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174736" y="2240280"/>
            <a:ext cx="3282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caller-owned scratch buffer, no per-frame allocation — best on nearly-sorted updates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410712"/>
            <a:ext cx="36118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520440"/>
            <a:ext cx="3282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pdqsort bench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31520" y="3867912"/>
            <a:ext cx="3282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 as the adversarial baseline; std::sort held up well — the baseline keeps us honest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88536" y="3410712"/>
            <a:ext cx="36118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53128" y="3520440"/>
            <a:ext cx="3282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S+tree hot map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453128" y="3867912"/>
            <a:ext cx="3282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bounded-scratch dynamic map: 20.4 ms vs 68.3 ms lookup — a fixed-cap guard reports overflow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10144" y="3410712"/>
            <a:ext cx="36118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74736" y="3520440"/>
            <a:ext cx="3282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 lookup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174736" y="3867912"/>
            <a:ext cx="3282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unordered_dense HashMap, reserve() before ingest — no std::unordered_map on any hot path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5029200"/>
            <a:ext cx="11055096" cy="1051560"/>
          </a:xfrm>
          <a:prstGeom prst="roundRect">
            <a:avLst>
              <a:gd name="adj" fmla="val 782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513892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profiles are now tree-sitter parse + tag-query capture, not graph math. </a:t>
            </a:r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Demand-driven captures already cut 404 → 57 ms; the next wins are query- and grammar-specific. </a:t>
            </a:r>
            <a:pPr indent="0" marL="0">
              <a:buNone/>
            </a:pPr>
            <a:r>
              <a:rPr lang="en-US" sz="1250" i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stuff it needs to do — just a lot less waiting.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pre-release performance sprint — sort/index wins matter most past cache scale; determinism and sanitizer gates stayed green throughout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token bill, cut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real agent questions: 24.9× fewer tokens than the naive read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920240"/>
          <a:ext cx="658368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1920240"/>
            <a:ext cx="4114800" cy="1645920"/>
          </a:xfrm>
          <a:prstGeom prst="roundRect">
            <a:avLst>
              <a:gd name="adj" fmla="val 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98080" y="210312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96.0%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498080" y="291693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tokens — 14,758 vs 367,192, tiktoken cl100k_base,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questions: who-calls, orientation, blast radius …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406640" y="3749040"/>
            <a:ext cx="4114800" cy="1463040"/>
          </a:xfrm>
          <a:prstGeom prst="roundRect">
            <a:avLst>
              <a:gd name="adj" fmla="val 562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589520" y="3913632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anti-headline, published next to it: </a:t>
            </a:r>
            <a:pPr indent="0" marL="0">
              <a:buNone/>
            </a:pPr>
            <a:r>
              <a:rPr lang="en-US" sz="11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--grep costs +19.7% tokens (−11.2%)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not every verb is a reducer, and the docs say which.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66928" y="562356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Caveat carried with every figure on this slide: measured 2026-06-20 on a large private C++ corpus — historical, private, not publicly reproducible. The public, gated companions are the 67.0% element-byte reduction and LocBench's −39.4% ceiling.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bench/BENCHMARK.md · docs/EVALS.md §5 — the baseline is what an agent does WITHOUT the tool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cost lever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Smaller answers that are also better answers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94960" cy="2286000"/>
          </a:xfrm>
          <a:prstGeom prst="roundRect">
            <a:avLst>
              <a:gd name="adj" fmla="val 36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205740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67.0%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49808" y="2871216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element bytes at top-50 — the --pack-signatures ladder,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root-neutralised measurement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51960"/>
            <a:ext cx="5394960" cy="1737360"/>
          </a:xfrm>
          <a:prstGeom prst="roundRect">
            <a:avLst>
              <a:gd name="adj" fmla="val 473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44348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figure survived its own audit: three corrections deep, re-derived root-neutrally after the original was shown to depend on how the corpus path was spelled. A gate re-derives it against every fresh capture.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629400" y="1783080"/>
            <a:ext cx="4892040" cy="2286000"/>
          </a:xfrm>
          <a:prstGeom prst="roundRect">
            <a:avLst>
              <a:gd name="adj" fmla="val 36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0" y="19659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for a symbol by NAME and the router uses the name-exact ranker: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0" y="256032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MRR  0.859 → 0.993
</a:t>
            </a:r>
            <a:pPr indent="0" marL="0">
              <a:buNone/>
            </a:pPr>
            <a:r>
              <a:rPr lang="en-US" sz="14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recall@1  76.7% → 98.7%
</a:t>
            </a:r>
            <a:pPr indent="0" marL="0">
              <a:buNone/>
            </a:pPr>
            <a:r>
              <a:rPr lang="en-US" sz="14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name-shaped queries on src/, held-out labels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29400" y="4251960"/>
            <a:ext cx="4892040" cy="1737360"/>
          </a:xfrm>
          <a:prstGeom prst="roundRect">
            <a:avLst>
              <a:gd name="adj" fmla="val 473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0" y="4434840"/>
            <a:ext cx="4480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pollution metric — fixture and generated paths contaminating results — is driven to 0.0% on the ranking lane while recall went UP, not down.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§4–§5 — showcasecapturecheck re-derives the byte-reduction triple; recallevalcheck pins the ranking bars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half no other tool ships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tripwire: honesty as an output contract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865376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counts_floor="1"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219456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edges come from source text — dynamic dispatch adds no edge, so every count that cannot claim completeness is labelled a floor, in the output itself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862072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944368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zero is a measurement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49808" y="3273552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means none found, never none exists — and absent ≠ 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941064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4023360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truncation is disclosed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49808" y="4352544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cap, page seam and budget cut is named in the header before you read a row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5020056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5102352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refusals teach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49808" y="5431536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refused query names the flag, the problem, and a working example — never a bare error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72400" y="1783080"/>
            <a:ext cx="3749040" cy="2834640"/>
          </a:xfrm>
          <a:prstGeom prst="roundRect">
            <a:avLst>
              <a:gd name="adj" fmla="val 2903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36992" y="1920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ripwire . --callers=rankGraphTeleport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936992" y="2212848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&lt;callers of="rankGraphTeleport"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defs="1" count="6"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counts_floor="1"</a:t>
            </a:r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 t="fn" n="runEval" .../&gt;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 t="fn" n="rankGraph" .../&gt;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&lt;/callers&gt;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0" y="4800600"/>
            <a:ext cx="374904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36992" y="493776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§8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list of numbers this project refuses to publish, each with the reason. The counterexample section is not an afterthought.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how it stays true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Proven, not promised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911096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315 gate scripts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2331720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suite runs on every push — plus determinism, cache-transparency and golden contracts; the gate count itself is gated against the runner's own loop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88536" y="1783080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53128" y="1911096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byte-identical, always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453128" y="2331720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runs over the same tree produce the same bytes; warm equals cold. Enforced in CI, twice — Release AND a plain flavour, because NDEBUG once blinded a whole class of checks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10144" y="1783080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74736" y="1911096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refactoring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174736" y="2331720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refactor must prove it changed nothing observable: two binaries, hundreds of argv vectors, stdout + stderr + exit codes byte-identical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959352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087368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held-out labels, authored blind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31520" y="4507992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labels were written by reading source before the ranker ever ran on them — so the eval is allowed to say the ranker is wrong. It has.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88536" y="3959352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53128" y="4087368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sanitizer wall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53128" y="4507992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ASan + UBSan + integer + float-cast, no-recover; TSan separately; leak suppression is one pinned file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10144" y="3959352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74736" y="4087368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own output is audited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4507992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showcase capture is regenerated and adversarially re-read as a claims corpus — the methodology ships in docs/METHODOLOGY.md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own the losses — they are in the README too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loses, published with the wins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11055096" cy="932688"/>
          </a:xfrm>
          <a:prstGeom prst="roundRect">
            <a:avLst>
              <a:gd name="adj" fmla="val 8824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901952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--grep costs more than it saves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70448" y="1901952"/>
            <a:ext cx="5532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+19.7% tokens / −11.2% — measured, in the docs, next to the flag it indicts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889504"/>
            <a:ext cx="11055096" cy="932688"/>
          </a:xfrm>
          <a:prstGeom prst="roundRect">
            <a:avLst>
              <a:gd name="adj" fmla="val 8824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2962656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PageRank is the wrong co-change ranker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870448" y="2962656"/>
            <a:ext cx="5532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3.8% recall@5 against 40.3% for plain lexical — relatedness is lexical; importance is structural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950208"/>
            <a:ext cx="11055096" cy="932688"/>
          </a:xfrm>
          <a:prstGeom prst="roundRect">
            <a:avLst>
              <a:gd name="adj" fmla="val 8824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8096" y="4023360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signature can outweigh its body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870448" y="4023360"/>
            <a:ext cx="5532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symbol's signature + doc comment: 303 bytes; its full body: 158 — the compact form lost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5010912"/>
            <a:ext cx="11055096" cy="932688"/>
          </a:xfrm>
          <a:prstGeom prst="roundRect">
            <a:avLst>
              <a:gd name="adj" fmla="val 8824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5084064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multi-file localization stays hard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870448" y="5084064"/>
            <a:ext cx="5532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single-file gold 73.4% vs multi-file 18.2% (held-out); the same cliff on every corpus — open headroom, said plainly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66928" y="6080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tool that publishes its counterexamples is a tool whose wins you can believe.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built for the agent's seat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 it into your agent in one command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828800"/>
            <a:ext cx="4096512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ripwire wrap claude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937760" y="182880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(also: cursor, codex, windsurf, gemini, aider)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606040"/>
            <a:ext cx="5440680" cy="1572768"/>
          </a:xfrm>
          <a:prstGeom prst="roundRect">
            <a:avLst>
              <a:gd name="adj" fmla="val 52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71576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MCP verbs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49808" y="3108960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read verbs mirroring the CLI, 12 flagship reflexes (impact, uses, edit_check, from_trace, connect …), 3 span-addressed edit verbs with a safety contract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81344" y="2606040"/>
            <a:ext cx="5440680" cy="1572768"/>
          </a:xfrm>
          <a:prstGeom prst="roundRect">
            <a:avLst>
              <a:gd name="adj" fmla="val 52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4224" y="271576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lazy-body handles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64224" y="3108960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verbs return signatures and a stable handle; the agent fetches a body only when it decides it needs one — names by default, bytes on request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4343400"/>
            <a:ext cx="5440680" cy="1572768"/>
          </a:xfrm>
          <a:prstGeom prst="roundRect">
            <a:avLst>
              <a:gd name="adj" fmla="val 52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445312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agent skills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49808" y="4846320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moment-matched skill files (orient, navigate, change-check, quality-bar …) installed by skills/install.sh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81344" y="4343400"/>
            <a:ext cx="5440680" cy="1572768"/>
          </a:xfrm>
          <a:prstGeom prst="roundRect">
            <a:avLst>
              <a:gd name="adj" fmla="val 52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64224" y="445312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prompts/ — self-improvement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64224" y="4846320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copy-paste orchestrator loops: run the same audit, eval and head-to-head machinery that built the tool, on your own repo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MCP server exposes the same deterministic engine — one index, shared with the CLI, staleness-checked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standing on giants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research inside — classic and current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repositories + 27 papers folded</a:t>
            </a:r>
            <a:pPr indent="0" marL="0">
              <a:buNone/>
            </a:pPr>
            <a:r>
              <a:rPr lang="en-US" sz="13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220 more surveyed and labeled — every row with the lesson taken and where it lives: docs/LINEAGE.md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5577840" cy="658368"/>
          </a:xfrm>
          <a:prstGeom prst="roundRect">
            <a:avLst>
              <a:gd name="adj" fmla="val 125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920240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1976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481328" y="1920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Cyclomatic complexity — McCabe
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metric behind --hotspots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624328"/>
            <a:ext cx="5577840" cy="658368"/>
          </a:xfrm>
          <a:prstGeom prst="roundRect">
            <a:avLst>
              <a:gd name="adj" fmla="val 125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670048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1994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481328" y="267004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Okapi BM25 — Robertson · Spärck Jones
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lexical ranker (twice: subtoken+body, whole-name)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374136"/>
            <a:ext cx="5577840" cy="658368"/>
          </a:xfrm>
          <a:prstGeom prst="roundRect">
            <a:avLst>
              <a:gd name="adj" fmla="val 125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3419856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1998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481328" y="3419856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PageRank — Page · Brin
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headline importance signal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23944"/>
            <a:ext cx="5577840" cy="658368"/>
          </a:xfrm>
          <a:prstGeom prst="roundRect">
            <a:avLst>
              <a:gd name="adj" fmla="val 125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4169664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1999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481328" y="4169664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HITS hubs &amp; authorities — Kleinberg
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alternate lens (--rank-by=authority|hub)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4873752"/>
            <a:ext cx="5577840" cy="658368"/>
          </a:xfrm>
          <a:prstGeom prst="roundRect">
            <a:avLst>
              <a:gd name="adj" fmla="val 125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4919472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2008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481328" y="491947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Louvain modularity — Blondel et al.
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module / community map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5623560"/>
            <a:ext cx="5577840" cy="658368"/>
          </a:xfrm>
          <a:prstGeom prst="roundRect">
            <a:avLst>
              <a:gd name="adj" fmla="val 125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5669280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2009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481328" y="566928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Reciprocal Rank Fusion — Cormack et al.
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signal fusion (--rank-by=rrf)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0" y="1874520"/>
            <a:ext cx="5120640" cy="1024128"/>
          </a:xfrm>
          <a:prstGeom prst="roundRect">
            <a:avLst>
              <a:gd name="adj" fmla="val 803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0" y="194767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TDAD · arXiv 2603.17973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583680" y="2276856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static test-map cut agent-caused regressions 6.08% → 1.82%; prose TDD instructions alone made agents WORSE → the shape of --test-gate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0" y="3008376"/>
            <a:ext cx="5120640" cy="1024128"/>
          </a:xfrm>
          <a:prstGeom prst="roundRect">
            <a:avLst>
              <a:gd name="adj" fmla="val 803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0" y="30815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What-to-Retrieve · arXiv 2503.20589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583680" y="3410712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 selection beats retrieval volume for coding agents → the selection-over-dumping thesis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0" y="4142232"/>
            <a:ext cx="5120640" cy="1024128"/>
          </a:xfrm>
          <a:prstGeom prst="roundRect">
            <a:avLst>
              <a:gd name="adj" fmla="val 803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421538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LocAgent / Loc-Bench (2025)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583680" y="4544568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localization metric (strict Acc@k) and the frozen 560-instance dataset every accuracy number here is scored on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0" y="5276088"/>
            <a:ext cx="5120640" cy="1024128"/>
          </a:xfrm>
          <a:prstGeom prst="roundRect">
            <a:avLst>
              <a:gd name="adj" fmla="val 803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0" y="53492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tree-sitter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583680" y="5678424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incremental GLR parsing substrate — 15 grammars vendored, one parser per thread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 gated in-repo (readmedriftcheck arm E derives them from LINEAGE.md's own tables) — the lineage is the design rationale, not decoration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sixty seconds to the first ranked 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Quickstart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11055096" cy="1828800"/>
          </a:xfrm>
          <a:prstGeom prst="roundRect">
            <a:avLst>
              <a:gd name="adj" fmla="val 45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96596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&lt;repo&gt; &amp;&amp; cd ripwire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cmake -S . -B build &amp;&amp; cmake --build build -j     # hermetic: works with the network off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./build/ripwire --help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3840480"/>
            <a:ext cx="5212080" cy="457200"/>
          </a:xfrm>
          <a:prstGeom prst="roundRect">
            <a:avLst>
              <a:gd name="adj" fmla="val 12000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3840480"/>
            <a:ext cx="5102352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989320" y="38404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ranked map — start here on any unfamiliar repo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4407408"/>
            <a:ext cx="5212080" cy="457200"/>
          </a:xfrm>
          <a:prstGeom prst="roundRect">
            <a:avLst>
              <a:gd name="adj" fmla="val 12000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4407408"/>
            <a:ext cx="5102352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--for="cache invalidation"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989320" y="440740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task lens: what to touch, ranked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974336"/>
            <a:ext cx="5212080" cy="457200"/>
          </a:xfrm>
          <a:prstGeom prst="roundRect">
            <a:avLst>
              <a:gd name="adj" fmla="val 12000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4974336"/>
            <a:ext cx="5102352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--callers=someFunction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989320" y="4974336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calls it — with the honesty marker attached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5541264"/>
            <a:ext cx="5212080" cy="457200"/>
          </a:xfrm>
          <a:prstGeom prst="roundRect">
            <a:avLst>
              <a:gd name="adj" fmla="val 12000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5541264"/>
            <a:ext cx="5102352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--test-gate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989320" y="5541264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commit: exactly which tests must run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62636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ripgrep</a:t>
            </a:r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speed. </a:t>
            </a:r>
            <a:pPr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tripwire</a:t>
            </a:r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honesty. Apache-2.0.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2026-08-04T06:22:00Z</dcterms:created>
  <dcterms:modified xsi:type="dcterms:W3CDTF">2026-08-04T06:22:00Z</dcterms:modified>
</cp:coreProperties>
</file>