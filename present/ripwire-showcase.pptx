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strict file@10</c:v>
                </c:pt>
              </c:strCache>
            </c:strRef>
          </c:tx>
          <c:spPr>
            <a:solidFill>
              <a:srgbClr val="56D6E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6D6E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ripwire --for</c:v>
                  </c:pt>
                  <c:pt idx="1">
                    <c:v>codebase-memory-mcp 0.9.0</c:v>
                  </c:pt>
                  <c:pt idx="2">
                    <c:v>repowise 0.37.0</c:v>
                  </c:pt>
                  <c:pt idx="3">
                    <c:v>graphify 0.9.34</c:v>
                  </c:pt>
                  <c:pt idx="4">
                    <c:v>aider repo-map 0.86.2</c:v>
                  </c:pt>
                  <c:pt idx="5">
                    <c:v>codeseek 0.1.31 (idents)</c:v>
                  </c:pt>
                  <c:pt idx="6">
                    <c:v>aider (no-persona control)</c:v>
                  </c:pt>
                  <c:pt idx="7">
                    <c:v>codeseek (raw fallback)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58.3</c:v>
                </c:pt>
                <c:pt idx="1">
                  <c:v>40</c:v>
                </c:pt>
                <c:pt idx="2">
                  <c:v>33.3</c:v>
                </c:pt>
                <c:pt idx="3">
                  <c:v>31.7</c:v>
                </c:pt>
                <c:pt idx="4">
                  <c:v>20</c:v>
                </c:pt>
                <c:pt idx="5">
                  <c:v>15</c:v>
                </c:pt>
                <c:pt idx="6">
                  <c:v>10</c:v>
                </c:pt>
                <c:pt idx="7">
                  <c:v>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5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E6EDF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b"/>
        <c:majorGridlines>
          <c:spPr>
            <a:ln w="6350" cap="flat">
              <a:solidFill>
                <a:srgbClr val="232D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117"/>
        </a:solidFill>
        <a:ln>
          <a:noFill/>
        </a:ln>
        <a:effectLst/>
      </c:spPr>
    </c:plotArea>
    <c:plotVisOnly val="1"/>
    <c:dispBlanksAs val="span"/>
  </c:chart>
  <c:spPr>
    <a:solidFill>
      <a:srgbClr val="0D1117"/>
    </a:solidFill>
    <a:ln w="12700" cap="flat">
      <a:solidFill>
        <a:srgbClr val="0D1117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strict file@10</c:v>
                </c:pt>
              </c:strCache>
            </c:strRef>
          </c:tx>
          <c:spPr>
            <a:solidFill>
              <a:srgbClr val="3A435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C26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pre-routing baseline</c:v>
                  </c:pt>
                  <c:pt idx="1">
                    <c:v>routed --for (shipping)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27.6</c:v>
                </c:pt>
                <c:pt idx="1">
                  <c:v>60.9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50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50" b="0" i="0" u="none" strike="noStrike">
                <a:solidFill>
                  <a:srgbClr val="E6EDF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232D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117"/>
        </a:solidFill>
        <a:ln>
          <a:noFill/>
        </a:ln>
        <a:effectLst/>
      </c:spPr>
    </c:plotArea>
    <c:plotVisOnly val="1"/>
    <c:dispBlanksAs val="span"/>
  </c:chart>
  <c:spPr>
    <a:solidFill>
      <a:srgbClr val="0D1117"/>
    </a:solidFill>
    <a:ln w="12700" cap="flat">
      <a:solidFill>
        <a:srgbClr val="0D1117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417320"/>
            <a:ext cx="7680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</a:t>
            </a:r>
            <a:endParaRPr lang="en-US" sz="7600" dirty="0"/>
          </a:p>
        </p:txBody>
      </p:sp>
      <p:sp>
        <p:nvSpPr>
          <p:cNvPr id="3" name="Text 1"/>
          <p:cNvSpPr/>
          <p:nvPr/>
        </p:nvSpPr>
        <p:spPr>
          <a:xfrm>
            <a:off x="566928" y="26974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ripgrep of AI context.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329184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zero-runtime-dependency C++23 CLI that maps any codebase into a ranked, deterministic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graph for coding agents — and puts a tripwire on every claim it emits.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66928" y="443484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4572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</a:t>
            </a:r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speed half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95528" y="4956048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answers in tens of milliseconds, from a call graph it built itself.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36208" y="443484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64808" y="4572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</a:t>
            </a:r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honesty half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64808" y="4956048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Unprovable totals ship labelled as floors. A zero means none found — never none exists.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Apache-2.0  ·  single binary  ·  hermetic build (proven with the network off)  ·  16 vendored tree-sitter grammars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agent reads the whole library to answer one question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55778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 grep, then whole-file reads. Most of what enters the context window is never used — it is paid for anyway, on every step of every task.
</a:t>
            </a:r>
            <a:pPr indent="0" marL="0">
              <a:buNone/>
            </a:pPr>
            <a:r>
              <a:rPr lang="en-US" sz="16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bigger context is not better context: irrelevant text actively degrades the answer. The job is selection — a small, ranked, structural map beats a pile of open files.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6629400" y="1783080"/>
            <a:ext cx="4892040" cy="1965960"/>
          </a:xfrm>
          <a:prstGeom prst="roundRect">
            <a:avLst>
              <a:gd name="adj" fmla="val 41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20840" y="201168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0.108 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720840" y="2825496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answer, warm index — round 4, all arms one machine one day, N = 60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629400" y="3931920"/>
            <a:ext cx="4892040" cy="1965960"/>
          </a:xfrm>
          <a:prstGeom prst="roundRect">
            <a:avLst>
              <a:gd name="adj" fmla="val 41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20840" y="416052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−39.4%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6720840" y="4974336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ceiling vs the un-routed baseline — LocBench cost ledger, N = 243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5029200"/>
            <a:ext cx="5577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caveat travels with the number: ripwire answers from a warm, pre-built index, and round 4 measured its index cost too — 0.31 s, tabulated beside the competitors' rather than omitted.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bench/headtohead/r4-2026-08-06/ · bench/locbench/ — every figure on this deck names its instrument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 binary, the whole pipeline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Crawl → parse → resolve → rank → emit. Deterministic, end to end.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crawl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76656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tree, no VCS needed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587752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825496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35224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parse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2935224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tree-sitter, 16 vendored grammars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846320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084064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3792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resolve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193792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 → call graph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104888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342632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52360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452360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PageRank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363456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9601200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10928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710928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minified XML, one line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794760"/>
            <a:ext cx="11055096" cy="621792"/>
          </a:xfrm>
          <a:prstGeom prst="roundRect">
            <a:avLst>
              <a:gd name="adj" fmla="val 1323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9808" y="3840480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byte-identical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3493008" y="3840480"/>
            <a:ext cx="7955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runs, same bytes — a gate on every push, not a tendency; warm equals cold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507992"/>
            <a:ext cx="11055096" cy="621792"/>
          </a:xfrm>
          <a:prstGeom prst="roundRect">
            <a:avLst>
              <a:gd name="adj" fmla="val 1323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9808" y="4553712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zero runtime deps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3493008" y="4553712"/>
            <a:ext cx="7955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CMake + a C++23 compiler; builds with the network off — vendored everything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5096" cy="621792"/>
          </a:xfrm>
          <a:prstGeom prst="roundRect">
            <a:avLst>
              <a:gd name="adj" fmla="val 1323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9808" y="5266944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languages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3493008" y="5266944"/>
            <a:ext cx="7955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Rust · C++ · ObjC/C++ · C · Metal · CUDA · Python · Go · Swift · TypeScript · JavaScript · Java · Ruby · Bash · C# · JSON — Metal and ObjC ride a shared grammar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66928" y="5934456"/>
            <a:ext cx="11055096" cy="621792"/>
          </a:xfrm>
          <a:prstGeom prst="roundRect">
            <a:avLst>
              <a:gd name="adj" fmla="val 1323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9808" y="5980176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agent-native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3493008" y="5980176"/>
            <a:ext cx="7955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MCP server and 139 long flags behind one `--help` that is always the authority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every feature, one screen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families of questions it answers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2821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 cold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2990088" y="1728216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this repo, and what matters in it?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27648" y="1728216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--for  --tree  --lego  --exemplar  --recall  --pack-task  --token-budget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2368296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404872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990088" y="2404872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calls this? Safe to change? Which tests?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27648" y="2404872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--callers  --callees  --uses  --impact  --path  --connect  --affected  --situ  --test-gate  --from-trace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66928" y="3044952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081528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ladder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990088" y="3081528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me more — but only where it pays.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27648" y="3081528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--detail  --pack-signatures  --outline  --expand  --compress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6928" y="3721608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758184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&amp; risk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990088" y="3758184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is the risk, and did I just add some?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27648" y="3758184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--quality-panel  --quality-delta  --dmm  --readability  --ensemble  --context-ratio  --nonlocal-state  --field-affinity  --hotspots  --lint  --clones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6928" y="4398264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43484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self-diagnosis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2990088" y="4434840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my setup actually working?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27648" y="4434840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--doctor  --skipped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66928" y="5074920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11149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990088" y="5111496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this agent skill file safe to install?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27648" y="5111496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--scan-skill  --scan-skills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6928" y="5751576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788152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knobs &amp; modes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2990088" y="5788152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Shape, format, cache, budget.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27648" y="5788152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 --format  --mcp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--help is generated from the binary's own flag table — 139 long flags; docs/COMMANDS.md documents 117 with recorded output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reach for it at the moment, not the manual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reflexes: which verb fires when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10512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cold on a task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121408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--for="&lt;task&gt;"  ·  --pack-task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2395728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ranked, budgeted context in one call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181344" y="1737360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45936" y="1810512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trace in hand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45936" y="2121408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--from-trace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345936" y="2395728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frames mapped to symbols, innermost body included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871216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944368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“Is it safe to change X?”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255264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--impact  ·  --uses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31520" y="3529584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blast radius, not just 1-hop callers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81344" y="2871216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45936" y="2944368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edited a symbol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45936" y="3255264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--edit-check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345936" y="3529584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the contract change, who breaks — ~ms, warm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005072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078224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to write a helper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4389120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--exemplar  ·  --grep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31520" y="4663440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imitate the house pattern; catch the duplicate early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81344" y="4005072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45936" y="4078224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several branches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345936" y="4389120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--merge-scout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345936" y="4663440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pairwise conflict sites + a landing order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5138928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212080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call it done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1520" y="5522976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--quality-delta  ·  --test-gate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31520" y="5797296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what you made worse; exactly which tests to run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181344" y="5138928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45936" y="5212080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Handing the area on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345936" y="5522976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--handoff  ·  --note-add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345936" y="5797296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verified-vs-heuristic packet the next agent needs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--pr-context when you are reviewing someone else's diff — per-file blast radius, tests-to-run, hotspot flags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 harness, one machine, one day — N = 60 paired, zero exclusions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Head-to-head: every competitor, one table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572768"/>
          <a:ext cx="685800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680960" y="1572768"/>
            <a:ext cx="3840480" cy="1417320"/>
          </a:xfrm>
          <a:prstGeom prst="roundRect">
            <a:avLst>
              <a:gd name="adj" fmla="val 580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0" y="1691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1.46×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7772400" y="2368296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margin over the best competitor — 58.3% against 40.0% strict file@10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680960" y="3108960"/>
            <a:ext cx="38404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18120" y="3218688"/>
            <a:ext cx="35661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index it was measured with
</a:t>
            </a:r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ripwire 0.31 s · codebase-memory-mcp 1.24 s · codeseek 3.37 s · graphify 7.82 s · repowise 34.0 s, whose worst single index was </a:t>
            </a:r>
            <a:pPr indent="0" marL="0">
              <a:buNone/>
            </a:pPr>
            <a:r>
              <a:rPr lang="en-US" sz="105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352 s</a:t>
            </a:r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Cold, nothing to an answer: 0.213 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80960" y="4709160"/>
            <a:ext cx="3840480" cy="1417320"/>
          </a:xfrm>
          <a:prstGeom prst="roundRect">
            <a:avLst>
              <a:gd name="adj" fmla="val 580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18120" y="4818888"/>
            <a:ext cx="35661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re-running cost us, published: </a:t>
            </a:r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aider moved 18.3% → 20.0% on its own tie-break nondeterminism, and we printed the higher number. Paired, ripwire loses 2 instances to codebase-memory-mcp, 2 to repowise, and 1 each to graphify, aider and the aider control.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bench/headtohead/r4-2026-08-06/ — harness, per-instance JSONL and recipe committed · replaces the two non-comparable tables r1 and r2 needed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scored against a third-party oracle, never against each other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Graded by a compiler: zero silent misses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532120" cy="2240280"/>
          </a:xfrm>
          <a:prstGeom prst="roundRect">
            <a:avLst>
              <a:gd name="adj" fmla="val 367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69164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tools were scored against a scip-clang compiler-grade index of this repository — 68 answers, 34 blind-authored queries × --uses and --callers.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68096" y="233172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768096" y="3054096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 silent misses — pre-fix and post-fix alike. Every imperfect answer either carried a discriminating self-flag (amb=, defs&gt;1, external="1") or was an oracle-scope artifact where ripwire was right and the compiler could not see the file.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0" y="1572768"/>
            <a:ext cx="5120640" cy="2240280"/>
          </a:xfrm>
          <a:prstGeom prst="roundRect">
            <a:avLst>
              <a:gd name="adj" fmla="val 3673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1691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compiler-grade index costs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0" y="2002536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ripwire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Serena 1.6.2.dev0 (clangd 19.1.2)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83680" y="22860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query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0" y="228600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49.8 ms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915400" y="228600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3,760 ms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241280" y="228600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~70×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583680" y="263347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start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0" y="2633472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208 ms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915400" y="263347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8.7 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241280" y="263347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~40×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583680" y="298094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build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772400" y="2980944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915400" y="298094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~8 min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241280" y="29809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583680" y="332841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772400" y="3328416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/ 101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915400" y="332841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61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241280" y="332841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3950208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5528" y="4059936"/>
            <a:ext cx="10561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honestly in both directions. 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LSP is more precise — site-level 0.929/0.941 against ripwire's 0.914/0.941 after the fix round, a gap of roughly 1.5 points with recall now equal. ripwire also pays ~7× the bytes per call, because its output carries self-describing legends. What it cannot do is answer a macro query at all — clangd's documentSymbol has no macro entries, which is 3 of its 7 errors — or start in less than eight minutes.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85232"/>
            <a:ext cx="10972800" cy="960120"/>
          </a:xfrm>
          <a:prstGeom prst="roundRect">
            <a:avLst>
              <a:gd name="adj" fmla="val 8571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95528" y="5385816"/>
            <a:ext cx="10561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 that moved the wrong way, published with the rest: 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over-hedging rose 18.6% → 22.6% across the fix round. Closing loss buckets added self-flags faster than it removed imperfect answers. That direction is deliberate — calibrated to warn too often rather than too rarely — but it is a cost, and it is on the slide.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bench/headtohead/r9-2026-08-09/RESULTS.md — C++ only, 34 scorable queries, one corpus (this repository)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rule: numbers are held back until the loss list is worked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head-to-head round, and the ones that went against us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81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298448" y="158191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2026-07-13/14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42616" y="158191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Aider repo-map · codebase-memory-mcp · graphify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598664" y="158191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superseded by r4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08026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10769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r2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298448" y="210769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2026-08-03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642616" y="210769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repowise · codeseek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598664" y="210769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superseded by r4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260604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63347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r3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298448" y="263347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2026-08-03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642616" y="263347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headroom — a compression layer, so a different instrument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598664" y="263347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passed code through byte-identical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313182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15925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r4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298448" y="315925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2026-08-06/08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642616" y="315925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five competitors, one harness, one day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598664" y="315925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table on the previous slide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365760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68503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r6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298448" y="368503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2026-08-04/05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642616" y="368503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agent-in-the-loop: the Codex CLI pilot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598664" y="368503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localization parity; +80% tokens, classified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418338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42108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553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r7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1298448" y="421081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2026-08-08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642616" y="421081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CodeGraph, loss-first — we looked for our losses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598664" y="421081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55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REJECTED by its own preregistered band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66928" y="470916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473659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r8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1298448" y="473659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2026-08-08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642616" y="473659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aider again, at equal token budget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598664" y="473659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questions traced to one root cause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66928" y="523494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1520" y="526237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r9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1298448" y="526237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2026-08-09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642616" y="526237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Serena / scip-clang oracle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7598664" y="526237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silent misses; the fix list it produced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6928" y="5779008"/>
            <a:ext cx="11055096" cy="566928"/>
          </a:xfrm>
          <a:prstGeom prst="roundRect">
            <a:avLst>
              <a:gd name="adj" fmla="val 1451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95528" y="586130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r7 in full, because it is the point: 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fix was built, gated green, measured — predicted 12/22 against a pre-registered band of 10–14, measured 5/22 — and reverted rather than tuned. Published as a negative in docs/EVALS.md §7.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 (r1–r4, r9) · bench/r7/ · bench/r8/ — harnesses committed even for rounds that rejected their own fix · r5 left no head-to-head record in this tree, so it is not listed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held-out, repo-disjoint, frozen dataset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the ranker: +33 points, measured properly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920240"/>
          <a:ext cx="5760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675120" y="1920240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0" y="1975104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+33.33pp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8503920" y="1975104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paired delta, 243 held-out instances in 78 repository clusters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675120" y="2816352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0" y="2871216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+25.00pp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8503920" y="2871216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clustered-bootstrap 95% lower bound — the honest floor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675120" y="3712464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0" y="3767328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−39.4%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8503920" y="3767328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ceiling for that gain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675120" y="4608576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0" y="4663440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+3.4%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8503920" y="4663440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latency for that gain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bench/locbench/ — czlll/Loc-Bench_V1, 560 rows, JSON SHA-256 pinned in dataset.lock; metric code = LocAgent's strict Acc@k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compiled, not interpreted — and measured on public corpora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enough to call on reflex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2679192" cy="1536192"/>
          </a:xfrm>
          <a:prstGeom prst="roundRect">
            <a:avLst>
              <a:gd name="adj" fmla="val 535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83664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0.213 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2395728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— nothing to an answer: parse, rank, reply, no cache (r4)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55848" y="1737360"/>
            <a:ext cx="2679192" cy="1536192"/>
          </a:xfrm>
          <a:prstGeom prst="roundRect">
            <a:avLst>
              <a:gd name="adj" fmla="val 535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1883664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0.108 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29000" y="2395728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query, median — against aider's 2.920 s (r4)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144768" y="1737360"/>
            <a:ext cx="2679192" cy="1536192"/>
          </a:xfrm>
          <a:prstGeom prst="roundRect">
            <a:avLst>
              <a:gd name="adj" fmla="val 535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1883664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0.31 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217920" y="2395728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build — against repowise's 34.0 s, worst case 352 s (r4)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33688" y="1737360"/>
            <a:ext cx="2679192" cy="1536192"/>
          </a:xfrm>
          <a:prstGeom prst="roundRect">
            <a:avLst>
              <a:gd name="adj" fmla="val 535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06840" y="1883664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49.8 ms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006840" y="2395728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query on this repo — against a clangd LSP's 3,760 ms (r9)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3456432"/>
            <a:ext cx="5440680" cy="2212848"/>
          </a:xfrm>
          <a:prstGeom prst="roundRect">
            <a:avLst>
              <a:gd name="adj" fmla="val 371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8096" y="358444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second goes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68096" y="393192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profiles are tree-sitter parse plus tag-query capture — not graph math. Resolve and PageRank together are a small fraction of the run, and the ranking was never the bottleneck.
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is why the wins came from removing work, not micro-optimising it: demand-driven side captures, five whole-AST passes fused into one pre-order walk, a calibrated per-worker parse reserve.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72200" y="3456432"/>
            <a:ext cx="5349240" cy="2212848"/>
          </a:xfrm>
          <a:prstGeom prst="roundRect">
            <a:avLst>
              <a:gd name="adj" fmla="val 371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73368" y="358444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opt-in faster builds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73368" y="393192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LTO is on by default. PGO is a script away and buys 14–25% cold.
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are opt-in performance, not opt-in correctness: </a:t>
            </a:r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output stays byte-identical across build flavours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determinism gate runs on both, and CI builds a plain flavour too, because NDEBUG once compiled a whole class of degrade-path checks out of existence.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card above comes from a committed harness — bench/headtohead/r4-2026-08-06/ and r9-2026-08-09/ — not from a private corpus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how it got there — the pre-release performance sprint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removed before work optimized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47088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ingest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31520" y="2176272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FILE* whole-file reads; CSV counting became a byte scan — iostream out of the hot path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88536" y="1737360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53128" y="1847088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capture gating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453128" y="2176272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value-use capture runs only for the verbs that actually need it, not on every run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10144" y="1737360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74736" y="1847088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AST pass fusion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174736" y="2176272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whole-AST side-capture passes share ONE pre-order walk instead of five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163824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273552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parallel parse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31520" y="3602736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compile overlaps parse scheduling; files schedule by size — ids stay deterministic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88536" y="3163824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53128" y="3273552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radix + S+tree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453128" y="3602736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numeric keys for edges and scores; a bounded-scratch hot map whose fixed cap reports its own overflow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10144" y="3163824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74736" y="3273552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std::map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174736" y="3602736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unordered_dense, reserve() before ingest — no std::unordered_map on any hot path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4498848"/>
            <a:ext cx="11055096" cy="1536192"/>
          </a:xfrm>
          <a:prstGeom prst="roundRect">
            <a:avLst>
              <a:gd name="adj" fmla="val 5357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608576"/>
            <a:ext cx="1060704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slide carries no numbers. 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sprint's own headline pair was measured in June 2026 on a large private C++ corpus that is not publicly reproducible, and the deck does not quote figures a reader cannot re-derive — the previous slide's numbers all come from committed harnesses. What survives the omission is the </a:t>
            </a:r>
            <a:pPr indent="0" marL="0">
              <a:buNone/>
            </a:pPr>
            <a:r>
              <a:rPr lang="en-US" sz="1150" b="1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the graph math was never the bottleneck, and every win came from doing less work rather than doing the same work faster. Same map contract throughout — byte-identical output before and after each of these changes.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mechanisms are in bench/PROFILE.md and the commit history; the private-corpus figures they produced are deliberately not quoted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re-measured on this repository, 2026-08-08 — run any row yourself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everyday moments, and what each one costs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5096" cy="310896"/>
          </a:xfrm>
          <a:prstGeom prst="roundRect">
            <a:avLst>
              <a:gd name="adj" fmla="val 26471"/>
            </a:avLst>
          </a:prstGeom>
          <a:solidFill>
            <a:srgbClr val="0D1117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45336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it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813048" y="154533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Command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163056" y="15453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ripwire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98664" y="154533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naive read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354312" y="154533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1865376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892808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 me in this repo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813048" y="1892808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163056" y="1892808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~5.6K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598664" y="189280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~20K–25K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354312" y="189280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3.6×–4.5×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2295144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2322576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is X handled?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813048" y="2322576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--for="…"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163056" y="2322576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~1.9K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598664" y="232257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~4.9K–20K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354312" y="2322576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2.6×–10.7×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2724912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275234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 I already know?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813048" y="2752344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--recall="…"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163056" y="275234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~15K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598664" y="275234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~445K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354312" y="275234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29.2×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3154680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3182112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me up for this task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813048" y="3182112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--pack-task="…"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63056" y="3182112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~2.1K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598664" y="318211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~16K–80K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9354312" y="318211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7.7×–37.7×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66928" y="3584448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361188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me this one function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3813048" y="3611880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--expand=SYM --top-k=0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163056" y="36118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~260–16.5K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598664" y="36118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~43K–174K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354312" y="361188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2.6×–670×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66928" y="4014216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4041648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calls this function?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813048" y="4041648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--callers=SYM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163056" y="4041648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~580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598664" y="40416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~40K–52K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9354312" y="404164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69.2×–89.1×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66928" y="4443984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1520" y="4471416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it safe to change this?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3813048" y="4471416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--impact=SYM + --uses=SYM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163056" y="4471416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~1.3K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598664" y="447141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~18K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9354312" y="4471416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14.4×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566928" y="4873752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1520" y="490118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have a stack trace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3813048" y="4901184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--from-trace=FILE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163056" y="490118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~1.4K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7598664" y="490118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~124K–298K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9354312" y="490118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86.9×–208.6×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566928" y="5303520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31520" y="5330952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changed these files — tests? radius?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3813048" y="5330952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--situ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6163056" y="5330952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~410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7598664" y="533095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~3K–132K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9354312" y="533095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7.3×–324.2×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566928" y="5733288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1520" y="576072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this PR/diff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3813048" y="5760720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--pr-context=REF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6163056" y="576072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~1.9K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7598664" y="576072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~4.8K–51K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9354312" y="576072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2.6×–27.5×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566928" y="6199632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Figures are ~tokens (≈ bytes/4). Every row is scored same-correct-answer-or-it-doesn't-count — both sides were checked, not assumed — and every ratio is a </a:t>
            </a:r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the cheap end and the honest end of what an agent would actually read, never the single most flattering number.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cost lever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Smaller answers that are also better answers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94960" cy="2286000"/>
          </a:xfrm>
          <a:prstGeom prst="roundRect">
            <a:avLst>
              <a:gd name="adj" fmla="val 36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205740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61.0%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49808" y="2871216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element bytes at top-50 — the --pack-signatures ladder,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root-neutralised, re-derived on this repo every run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51960"/>
            <a:ext cx="5394960" cy="1737360"/>
          </a:xfrm>
          <a:prstGeom prst="roundRect">
            <a:avLst>
              <a:gd name="adj" fmla="val 473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443484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figure survived its own audit: three corrections deep, re-derived root-neutrally after the original was shown to depend on how the corpus path was spelled — three spellings of one root read 18.6 points apart before that subtraction. top-50 is the quotable number because the payload is top-50 whatever --top-k says.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629400" y="1783080"/>
            <a:ext cx="4892040" cy="2286000"/>
          </a:xfrm>
          <a:prstGeom prst="roundRect">
            <a:avLst>
              <a:gd name="adj" fmla="val 36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0" y="19659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for a symbol by NAME and the router uses the name-exact ranker: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0" y="256032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MRR  0.797 → 0.990
</a:t>
            </a:r>
            <a:pPr indent="0" marL="0">
              <a:buNone/>
            </a:pPr>
            <a:r>
              <a:rPr lang="en-US" sz="14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recall@1  70.0% → 98.0%
</a:t>
            </a:r>
            <a:pPr indent="0" marL="0">
              <a:buNone/>
            </a:pPr>
            <a:r>
              <a:rPr lang="en-US" sz="14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name-shaped queries on src/, held-out labels, re-derived 2026-08-08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629400" y="4251960"/>
            <a:ext cx="4892040" cy="1737360"/>
          </a:xfrm>
          <a:prstGeom prst="roundRect">
            <a:avLst>
              <a:gd name="adj" fmla="val 473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0" y="4434840"/>
            <a:ext cx="4480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pollution metric — fixture and generated paths contaminating results — is driven to 0.0% on the ranking lane while recall went UP, not down.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§4–§5 — showcasecapturecheck re-derives the byte-reduction triple; recallevalcheck pins the ranking bars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half no other tool ships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tripwire: honesty as an output contract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865376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counts_floor="1"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219456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edges come from source text — dynamic dispatch adds no edge, so every count that cannot claim completeness is labelled a floor, in the output itself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862072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944368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zero is a measurement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49808" y="3273552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means none found, never none exists — and absent ≠ 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941064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4023360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truncation is disclosed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49808" y="4352544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cap, page seam and budget cut is named in the header before you read a row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5020056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5102352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refusals teach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49808" y="5431536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refused query names the flag, the problem, and a working example — never a bare error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72400" y="1783080"/>
            <a:ext cx="3749040" cy="2834640"/>
          </a:xfrm>
          <a:prstGeom prst="roundRect">
            <a:avLst>
              <a:gd name="adj" fmla="val 2903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36992" y="1920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ripwire . --callers=rankGraphTeleport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936992" y="2212848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&lt;callers of="rankGraphTeleport"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defs="1" count="6"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counts_floor="1"</a:t>
            </a:r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 t="fn" n="runEval" .../&gt;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 t="fn" n="rankGraph" .../&gt;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&lt;/callers&gt;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0" y="4800600"/>
            <a:ext cx="3749040" cy="1325880"/>
          </a:xfrm>
          <a:prstGeom prst="roundRect">
            <a:avLst>
              <a:gd name="adj" fmla="val 620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36992" y="4901184"/>
            <a:ext cx="34747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map grades itself before it answers. 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repository's own src/: files=109 symbols=3233 edges=10132 ambiguous=4768 unresolved=1097.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§8 lists the numbers this project refuses to publish, each with its reason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honesty marks stop being a promise and become a measurement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levers accepted, one rejected on purpose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7335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 edges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807208" y="167335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kParserVer 48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242816" y="1673352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function-like #define invocations land role="macro" edges on disclosed-degraded symbols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322576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350008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fn-pointer bindings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807208" y="235000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kParserVer 49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242816" y="235000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calls through unambiguous local function-pointer bindings now resolve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2999232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026664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using-declarations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807208" y="3026664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kParserVer 51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242816" y="302666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re-exports emit role="import" references — r9 loss bucket 1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3675888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70332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 suppression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807208" y="370332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kParserVer 52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242816" y="3703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local variable shadowing a function name stops stealing its use-sites — r9 loss bucket 2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4352544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379976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55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RTA-lite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807208" y="4379976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reverted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242816" y="4379976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instantiation-filtered CHA cone: refuted TWICE — the instantiated set crossed namespaces, and narrowed calls LOST their amb= mark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5074920"/>
            <a:ext cx="5440680" cy="1051560"/>
          </a:xfrm>
          <a:prstGeom prst="roundRect">
            <a:avLst>
              <a:gd name="adj" fmla="val 782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8096" y="5193792"/>
            <a:ext cx="5029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 r9 levers, against the compiler oracle: </a:t>
            </a:r>
            <a:pPr indent="0" marL="0">
              <a:buNone/>
            </a:pPr>
            <a:r>
              <a:rPr lang="en-US" sz="115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precision 0.9046 → 0.9136, recall 0.9285 → 0.9412.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172200" y="5074920"/>
            <a:ext cx="5349240" cy="1051560"/>
          </a:xfrm>
          <a:prstGeom prst="roundRect">
            <a:avLst>
              <a:gd name="adj" fmla="val 782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73368" y="5193792"/>
            <a:ext cx="4937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fn-pointer lever raised unresolved= by 1,039. Disclosure, not regression: 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sites the resolver now RECOGNIZES but refuses to resolve are counted instead of silently ignored.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bench/resolverround/RESULTS.md — per-lever attribution; RTA-lite's rejection is written up in docs/EVALS.md §7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how it stays true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Proven, not promised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911096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373 gate scripts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31520" y="2331720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suite runs on every push — plus determinism, cache-transparency and golden contracts; the gate count itself is gated against the runner's own loop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88536" y="1783080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53128" y="1911096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byte-identical, always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453128" y="2331720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runs over the same tree produce the same bytes; warm equals cold. Enforced in CI, twice — Release AND a plain flavour, because NDEBUG once blinded a whole class of checks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10144" y="1783080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74736" y="1911096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refactoring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174736" y="2331720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refactor must prove it changed nothing observable: two binaries, hundreds of argv vectors, stdout + stderr + exit codes byte-identical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959352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4087368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held-out labels, authored blind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31520" y="4507992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labels were written by reading source before the ranker ever ran on them — so the eval is allowed to say the ranker is wrong. It has.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88536" y="3959352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53128" y="4087368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sanitizer wall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453128" y="4507992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ASan + UBSan + integer + float-cast, no-recover; TSan separately; leak suppression is one pinned file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10144" y="3959352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74736" y="4087368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own output is audited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4507992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showcase capture is regenerated and adversarially re-read as a claims corpus — the methodology ships in docs/METHODOLOGY.md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own the losses — they are in the README too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loses, published with the wins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00784"/>
            <a:ext cx="11055096" cy="1005840"/>
          </a:xfrm>
          <a:prstGeom prst="roundRect">
            <a:avLst>
              <a:gd name="adj" fmla="val 818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755648"/>
            <a:ext cx="4160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public C++ number is lower than the private one it replaced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93208" y="1755648"/>
            <a:ext cx="6309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SFML: strict file@10 28.7%, any@10 41.7%, first-hit MRR 0.21. Until 2026-08-07 this bullet compared against a ~89% any@10 private corpus that is no longer reproducible. That comparison is retired; the public number is the baseline going forward.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798064"/>
            <a:ext cx="11055096" cy="1005840"/>
          </a:xfrm>
          <a:prstGeom prst="roundRect">
            <a:avLst>
              <a:gd name="adj" fmla="val 818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2852928"/>
            <a:ext cx="4160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--grep costs more than it saves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93208" y="2852928"/>
            <a:ext cx="6309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+19.7% tokens / −11.2% — published next to the flag it indicts, and carrying the same private-corpus caveat as every figure in that source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895344"/>
            <a:ext cx="11055096" cy="1005840"/>
          </a:xfrm>
          <a:prstGeom prst="roundRect">
            <a:avLst>
              <a:gd name="adj" fmla="val 818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8096" y="3950208"/>
            <a:ext cx="4160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PageRank is the wrong co-change ranker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93208" y="3950208"/>
            <a:ext cx="6309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3.8% recall@5 against 40.3% for plain lexical, and fusing the two made it worse — relatedness is lexical, importance is structural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4992624"/>
            <a:ext cx="11055096" cy="1005840"/>
          </a:xfrm>
          <a:prstGeom prst="roundRect">
            <a:avLst>
              <a:gd name="adj" fmla="val 818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" y="5047488"/>
            <a:ext cx="4160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multi-file localization stays hard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93208" y="5047488"/>
            <a:ext cx="6309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single-file gold 73.4% vs multi-file 18.2% (held-out); the same cliff on every corpus — open headroom, said plainly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61447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tool that publishes its counterexamples is a tool whose wins you can believe.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single command for "is this code actually rotten?"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families of evidence, counted — never blended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73352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441448" y="1673352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shape: complexity, size, nesting, params, readability rank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403336" y="1673352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--metrics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267712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295144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lexical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441448" y="2295144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identifier text: the naming rules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403336" y="2295144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--lint  --naming-consistency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889504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916936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confusion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41448" y="2916936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syntax: the atoms-of-confusion rules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403336" y="2916936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--lint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3511296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538728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historical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441448" y="3538728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change frequency, measured PER FILE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03336" y="3538728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--hotspots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133088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160520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colocation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441448" y="4160520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much you must READ outside this file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403336" y="4160520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--context-ratio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4754880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4782312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41448" y="4782312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function's OWN BODY touching non-local mutable state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03336" y="4782312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--nonlocal-state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5394960"/>
            <a:ext cx="5440680" cy="777240"/>
          </a:xfrm>
          <a:prstGeom prst="roundRect">
            <a:avLst>
              <a:gd name="adj" fmla="val 10588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68096" y="548640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 by the COUNT of distinct families that fire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never a weighted composite, because a composite lets one loud family impersonate six.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72200" y="5394960"/>
            <a:ext cx="5349240" cy="777240"/>
          </a:xfrm>
          <a:prstGeom prst="roundRect">
            <a:avLst>
              <a:gd name="adj" fmla="val 10588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73368" y="548640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of 6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is what the strict preset counts — the verb says so itself, families="6" enabled_n="4". Two families did not clear the stability ladder.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--quality-panel[=strict|default|lenient] — and --quality-delta for the narrower question: what did MY change make worse?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new lens does not ship because it sounds plausible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calibration that disqualified a family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3529584" cy="1965960"/>
          </a:xfrm>
          <a:prstGeom prst="roundRect">
            <a:avLst>
              <a:gd name="adj" fmla="val 41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04088" y="1810512"/>
            <a:ext cx="3255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+0.168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04088" y="2414016"/>
            <a:ext cx="3255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cross-family correlation in the whole 6×6 matrix — widening the panel from four families to six did not raise it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79392" y="1645920"/>
            <a:ext cx="3529584" cy="1965960"/>
          </a:xfrm>
          <a:prstGeom prst="roundRect">
            <a:avLst>
              <a:gd name="adj" fmla="val 41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16552" y="1810512"/>
            <a:ext cx="3255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27,999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416552" y="2414016"/>
            <a:ext cx="3255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eligible functions, five independent trees — two reported separately and never pooled, because one of them is this repository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10144" y="1645920"/>
            <a:ext cx="3529584" cy="1965960"/>
          </a:xfrm>
          <a:prstGeom prst="roundRect">
            <a:avLst>
              <a:gd name="adj" fmla="val 418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47304" y="1810512"/>
            <a:ext cx="3255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of 6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147304" y="2414016"/>
            <a:ext cx="3255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families the strict preset actually counts — TWO were measured and held back from gating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7947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3913632"/>
            <a:ext cx="10561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uncomfortable result, kept. </a:t>
            </a:r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stability pass ran each family across a ladder of commits to ask whether it is steady enough to gate on. </a:t>
            </a:r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colocation came out worse than historical on one ladder</a:t>
            </a:r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so neither gates: strict counts four of the six — a lens its own author wanted, measured, and demoted. The ladder was run precisely because that answer was possible; assuming it would pass is how a plausible axis becomes a permanent one.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5193792"/>
            <a:ext cx="10972800" cy="932688"/>
          </a:xfrm>
          <a:prstGeom prst="roundRect">
            <a:avLst>
              <a:gd name="adj" fmla="val 882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5294376"/>
            <a:ext cx="10561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--field-affinity was NOT made a family either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 exclusion by unit, not a failed measurement: it ranks struct FIELDS by co-access against declared layout, and the panel's unit is a function. Stated in the calibration rather than left for someone to notice.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§9.9 — same harness and criteria as the original four families, run BEFORE the two new ones shipped enabled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built for the agent's seat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command wires it into your agent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977640" cy="502920"/>
          </a:xfrm>
          <a:prstGeom prst="roundRect">
            <a:avLst>
              <a:gd name="adj" fmla="val 10909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783080"/>
            <a:ext cx="3867912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ripwire wrap claude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754880" y="178308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· cursor · codex · windsurf · gemini · aider — or --all to detect every one you have installed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542032"/>
            <a:ext cx="54406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65176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MCP verbs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49808" y="304495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read verbs mirroring the CLI, 12 flagship reflexes (impact, uses, edit_check, from_trace, connect …), 3 span-addressed edit verbs with a safety contract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81344" y="2542032"/>
            <a:ext cx="54406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64224" y="265176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lazy-body handles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64224" y="304495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verbs return signatures and a stable handle; the agent fetches a body only when it decides it needs one — names by default, bytes on request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4187952"/>
            <a:ext cx="54406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429768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agent skills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49808" y="469087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moment-matched workflows (orient, navigate, change-check, quality-bar …) — wrap prints the recipe, skills/install.sh installs them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81344" y="4187952"/>
            <a:ext cx="54406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64224" y="429768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orchestrator loops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64224" y="469087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copy-paste prompts in prompts/: run the same audit, eval and head-to-head machinery that built this tool, on your own repository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5760720"/>
            <a:ext cx="11055096" cy="566928"/>
          </a:xfrm>
          <a:prstGeom prst="roundRect">
            <a:avLst>
              <a:gd name="adj" fmla="val 1451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5843016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 does not just print JSON: 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probes what that agent already has, emits the config in that agent's own shape, and includes a use-when blurb so the agent knows which verb fires at which moment — not just that a server exists.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MCP server exposes the same deterministic engine — one index, shared with the CLI, staleness-checked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standing on giants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research inside — classic and current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repositories + 54 papers folded</a:t>
            </a:r>
            <a:pPr indent="0" marL="0">
              <a:buNone/>
            </a:pPr>
            <a:r>
              <a:rPr lang="en-US" sz="13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and a labelled survey of 221 tools that contributed nothing, which says so — every row with the lesson taken and where it lives: docs/LINEAGE.md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911096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1976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81328" y="191109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Cyclomatic complexity — McCabe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metric behind --hotspots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551176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587752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1994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81328" y="258775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Okapi BM25 — Robertson · Spärck Jones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lexical ranker (twice: subtoken+body, whole-name)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227832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3264408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1998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81328" y="326440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PageRank — Page · Brin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headline importance signal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904488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941064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2008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81328" y="394106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Louvain modularity — Blondel et al.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module / community map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4581144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4617720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2009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81328" y="461772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Reciprocal Rank Fusion — Cormack et al.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signal fusion (--rank-by=rrf)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5257800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5294376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2011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481328" y="529437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Readability model — Posnett · Hindle · Devanbu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lexical family of the quality panel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5934456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5971032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2019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481328" y="597103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Maintainability Model — di Biase et al.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--dmm: one comparable number per change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0" y="1874520"/>
            <a:ext cx="5120640" cy="868680"/>
          </a:xfrm>
          <a:prstGeom prst="roundRect">
            <a:avLst>
              <a:gd name="adj" fmla="val 947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0" y="192938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TDAD · arXiv 2603.17973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83680" y="220370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static test-map cut agent-caused regressions 6.08% → 1.82%; prose TDD instructions alone made agents WORSE → the shape of --test-gate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400800" y="2816352"/>
            <a:ext cx="5120640" cy="868680"/>
          </a:xfrm>
          <a:prstGeom prst="roundRect">
            <a:avLst>
              <a:gd name="adj" fmla="val 947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0" y="287121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What-to-Retrieve · arXiv 2503.20589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83680" y="314553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 selection beats retrieval volume for coding agents → the selection-over-dumping thesis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400800" y="3758184"/>
            <a:ext cx="5120640" cy="868680"/>
          </a:xfrm>
          <a:prstGeom prst="roundRect">
            <a:avLst>
              <a:gd name="adj" fmla="val 947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0" y="381304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LocAgent / Loc-Bench (2025)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83680" y="408736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localization metric (strict Acc@k) and the frozen 560-instance dataset every accuracy number here is scored on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400800" y="4700016"/>
            <a:ext cx="5120640" cy="868680"/>
          </a:xfrm>
          <a:prstGeom prst="roundRect">
            <a:avLst>
              <a:gd name="adj" fmla="val 947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83680" y="47548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scip-clang · Serena / clangd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583680" y="50292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compiler-grade oracle round 9 graded both tools against — an outside referee, not a rival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400800" y="5641848"/>
            <a:ext cx="5120640" cy="868680"/>
          </a:xfrm>
          <a:prstGeom prst="roundRect">
            <a:avLst>
              <a:gd name="adj" fmla="val 947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3680" y="56967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tree-sitter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583680" y="5971032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incremental GLR parsing substrate — 16 grammars vendored, one parser per thread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counts gated in-repo (readmedriftcheck arm E derives them from LINEAGE.md's own tables) — the lineage is the design rationale, not decoration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do not take any of it on trust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claim, and the command that re-derives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8191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139 long flags · 23 slides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87568" y="158191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test/deckclaimcheck.sh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208026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10769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--flag named here exists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87568" y="210769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test/deckcheck.sh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60604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63347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67.0% fewer element bytes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87568" y="263347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test/showcasecapturecheck.sh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13182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15925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373 gate scripts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687568" y="315925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test/manifestcheck.sh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65760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68503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repos · 54 papers · 221 surveyed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87568" y="368503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test/readmedriftcheck.sh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18338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21081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ten moments, any row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687568" y="421081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--callers=SYM | wc -c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70916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73659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head-to-head table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687568" y="473659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bench/headtohead/r4-2026-08-06/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23494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526237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oracle round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687568" y="526237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bench/headtohead/r9-2026-08-09/RESULTS.md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5779008"/>
            <a:ext cx="11055096" cy="566928"/>
          </a:xfrm>
          <a:prstGeom prst="roundRect">
            <a:avLst>
              <a:gd name="adj" fmla="val 1451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586130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deck is generated, and the generator is gated. 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present/deck5_ripwire_build.js is scanned for fabricated flags and its slide count is derived from its own addSlide() calls — a deck that drifts from the binary fails the suite.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is the source of truth; §7 is the counterexamples, §8 the claims this project refuses to make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sixty seconds to the first ranked 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Quickstart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11055096" cy="1417320"/>
          </a:xfrm>
          <a:prstGeom prst="roundRect">
            <a:avLst>
              <a:gd name="adj" fmla="val 580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938528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&lt;repo&gt; &amp;&amp; cd ripwire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cmake -S . -B build &amp;&amp; cmake --build build -j     # hermetic: works with the network off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./build/ripwire --help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401568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3401568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89320" y="3401568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ranked map — start here on any unfamiliar repo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3895344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3895344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--for="cache invalidation"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89320" y="3895344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task lens: what to touch, ranked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4389120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4389120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--callers=someFunction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89320" y="4389120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calls it — with the honesty marker attached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4882896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4882896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--quality-panel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89320" y="4882896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this code actually rotten? six families, one shortlist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5376672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" y="5376672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--test-gate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989320" y="5376672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commit: exactly which tests must run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5870448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1792" y="5870448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wrap claude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989320" y="5870448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 it into your agent, in that agent's own config shape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66928" y="6400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ripgrep</a:t>
            </a:r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speed. </a:t>
            </a:r>
            <a:pPr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tripwire</a:t>
            </a:r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honesty. Apache-2.0.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2026-08-10T19:40:01Z</dcterms:created>
  <dcterms:modified xsi:type="dcterms:W3CDTF">2026-08-10T19:40:01Z</dcterms:modified>
</cp:coreProperties>
</file>