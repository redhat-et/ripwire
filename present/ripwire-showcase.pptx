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ripwire --for</c:v>
                  </c:pt>
                  <c:pt idx="1">
                    <c:v>codebase-memory-mcp 0.9.0</c:v>
                  </c:pt>
                  <c:pt idx="2">
                    <c:v>repowise 0.37.0</c:v>
                  </c:pt>
                  <c:pt idx="3">
                    <c:v>graphify 0.9.34</c:v>
                  </c:pt>
                  <c:pt idx="4">
                    <c:v>aider repo-map 0.86.2</c:v>
                  </c:pt>
                  <c:pt idx="5">
                    <c:v>codeseek 0.1.31 (idents)</c:v>
                  </c:pt>
                  <c:pt idx="6">
                    <c:v>aider (no-persona control)</c:v>
                  </c:pt>
                  <c:pt idx="7">
                    <c:v>codeseek (raw fallback)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58.3</c:v>
                </c:pt>
                <c:pt idx="1">
                  <c:v>40</c:v>
                </c:pt>
                <c:pt idx="2">
                  <c:v>33.3</c:v>
                </c:pt>
                <c:pt idx="3">
                  <c:v>31.7</c:v>
                </c:pt>
                <c:pt idx="4">
                  <c:v>20</c:v>
                </c:pt>
                <c:pt idx="5">
                  <c:v>15</c:v>
                </c:pt>
                <c:pt idx="6">
                  <c:v>10</c:v>
                </c:pt>
                <c:pt idx="7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21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round 4, all arms one machine one day,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index, and round 4 measured its index cost too — 0.31 s, tabulated beside the competitors' rather than omitted.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21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68503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6850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471416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47141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212080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5780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5780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· C++ · ObjC/C++ · C · Metal · CUDA · Python · Go · Swift · TypeScript · JavaScript · Java · Ruby · PHP · Lua · Bash · C# · JSON · TOML · YAML · Markdown — 21 vendored grammars; markdown headings are real symbols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5998464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604418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60441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156 long flags behind one `--help` that is always the authority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27648" y="172821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--pack-task  --token-budget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 or delete?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27648" y="240487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--from-trace  --pattern  --safe-delete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3081528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758184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  --quality-delta  --dmm  --readability  --ensemble  --context-ratio  --nonlocal-state  --field-affinity  --hotspots  --lint  --clones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4434840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  --skipped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5111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27648" y="578815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--help is generated from the binary's own flag table — 156 long flags; docs/COMMANDS.md carries an entry for every one of them, 94 with a recorded invocation and its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the area 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--handoff  ·  --note-add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verified-vs-heuristic packet the next agent needs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--pr-context when you are reviewing someone else's diff — 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2026-08-15 — each figure re-derived on the binary that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last eight days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184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--pattern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code SHAPE, not by node kinds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1848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foo($X, ...) across 13 grammar objects / 11 languages. On this repo VERIFY($X) finds 101 hits over 625 eligible files, each with its enclosing symbol. A pattern no served grammar resolves REFUSES (exit 1) instead of reporting hits=0.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1401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--safe-delete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3405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“can I delete this?” in one call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2414016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+ transitive radius + every read/write/import site + how much of that radius a test reaches. risk= names what was FOUND — never a go/no-go verdict.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163824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954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importers=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52958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second, weaker reach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3209544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files that include/require a file defining SYM, with their own cap pair — NEVER summed into reaches=, because files and symbols are different units. IngestResult: reaches=0, importers=70.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959352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 --for bundles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3251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bodies were 52.7% of every conceptual byte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64408" y="4005072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subtoken+body route now ships the ranked map plus one-hop edge context, disclosed as bundle=compact bodies=0. 15-query class B: 184,857 B → 95,256 B, −48.5%, all 11 decisive markers still present. --auto-bodies is a permanent opt-out.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800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corroborated callers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1206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shared= on --pack-task rows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4800600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neighbour reached by four of the bundle's anchors sorts above one reached by a single anchor — omitted at 1, which is what every 1-hop row satisfies anyway.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55040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5961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per-rule --lint roll-up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59161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capped view stops hiding whole rules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64408" y="559612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this repository 14 of the 31 rules that fired contribute ZERO shown rows — 368 findings whose only evidence is their count=. A rule no corpus language registers carries applicable=0, so its zero is inertness, not a measurement.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6355080"/>
            <a:ext cx="11055096" cy="0"/>
          </a:xfrm>
          <a:prstGeom prst="roundRect">
            <a:avLst>
              <a:gd name="adj" fmla="val Infinity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632764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two languages: PHP and Lua,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shipped with its floor stated rather than implied — PHP's run-time dispatch ($fn(), call_user_func, __call) names its callee at run time and is a declared floor; a Lua corpus reports no inheritance edges, because metatable inheritance has no syntax to read.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harness, one machine, one day — N = 60 paired, zero exclusions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competitor, one table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572768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691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772400" y="236829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over the best competitor — 58.3% against 40.0% strict file@10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80960" y="3108960"/>
            <a:ext cx="38404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3218688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index it was measured with
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0.31 s · codebase-memory-mcp 1.24 s · codeseek 3.37 s · graphify 7.82 s · repowise 34.0 s, whose worst single index was </a:t>
            </a:r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352 s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Cold, nothing to an answer: 0.213 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4709160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4818888"/>
            <a:ext cx="3566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re-running cost us, published: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moved 18.3% → 20.0% on its own tie-break nondeterminism, and we printed the higher number. Paired, ripwire loses 2 instances to codebase-memory-mcp, 2 to repowise, and 1 each to graphify, aider and the aider control.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— harness, per-instance JSONL and recipe committed · replaces the two non-comparable tables r1 and r2 needed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scored against a third-party oracle, never against each other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by a compiler: zero silent misses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32120" cy="2240280"/>
          </a:xfrm>
          <a:prstGeom prst="roundRect">
            <a:avLst>
              <a:gd name="adj" fmla="val 367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91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were scored against a scip-clang compiler-grade index of this repository — 68 answers, 34 blind-authored queries × --uses and --callers.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331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68096" y="305409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silent misses — pre-fix and post-fix alike. Every imperfect answer either carried a discriminating self-flag (amb=, defs&gt;1, external="1") or was an oracle-scope artifact where ripwire was right and the compiler could not see the file.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72768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compiler-grade index costs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0025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Serena 1.6.2.dev0 (clangd 19.1.2)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49.8 ms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15400" y="22860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3,760 ms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6334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633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 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15400" y="26334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 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0" y="2633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0" y="2980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8094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915400" y="29809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0" y="2980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0" y="33284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33284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/ 101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915400" y="33284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61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0" y="33284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4059936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honestly in both directions.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LSP is more precise — site-level 0.929/0.941 against ripwire's 0.914/0.941 after the fix round, a gap of roughly 1.5 points with recall now equal. ripwire also pays ~7× the bytes per call, because its output carries self-describing legends. What it cannot do is answer a macro query at all — clangd's documentSymbol has no macro entries, which is 3 of its 7 errors — or start in less than eight minutes.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8523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5385816"/>
            <a:ext cx="10561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moved the wrong way, published with the rest: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over-hedging rose 18.6% → 22.6% across the fix round. Closing loss buckets added self-flags faster than it removed imperfect answers. That direction is deliberate — calibrated to warn too often rather than too rarely — but it is a cost, and it is on the slide.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 — C++ only, 34 scorable queries, one corpus (this repository)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48 paired questions, zero exclusions, both arms exit 0 on all 48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 graph-database context server: 27–7–14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7178040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044952" y="154533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547872" y="154533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416552" y="15453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330952" y="15453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25312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÷ 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1865376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 lookup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44952" y="1892808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7872" y="18928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16552" y="189280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30952" y="1892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25312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1.35×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295144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search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44952" y="2322576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547872" y="23225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16552" y="232257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30952" y="232257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25312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1.23×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2724912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/ blast radius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44952" y="27523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547872" y="275234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16552" y="27523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30952" y="275234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25312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0.39×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154680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orientation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044952" y="31821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547872" y="3182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16552" y="318211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952" y="31821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925312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0.06×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3584448"/>
            <a:ext cx="7178040" cy="402336"/>
          </a:xfrm>
          <a:prstGeom prst="roundRect">
            <a:avLst>
              <a:gd name="adj" fmla="val 20455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3232" y="361188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48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44952" y="36118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547872" y="361188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416552" y="361188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330952" y="36118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925312" y="36118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0.159×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909560" y="1517904"/>
            <a:ext cx="362102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92440" y="1609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the whole sweep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092440" y="19202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309,348 B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against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1,945,231 B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Warm median 197 ms against 1,082 ms. Index 0.25–0.45 s / 6.6–16.5 MB against 23–52 s / 391–623 MB — written into the repository, not $TMPDIR.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909560" y="3182112"/>
            <a:ext cx="3621024" cy="804672"/>
          </a:xfrm>
          <a:prstGeom prst="roundRect">
            <a:avLst>
              <a:gd name="adj" fmla="val 1022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92440" y="325526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better: 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one-hop context at 0.7–1.0 KB, a depth-LABELLED blast radius, per-stage timing on every query, and two-command onboarding into eight agents.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909560" y="4023360"/>
            <a:ext cx="3621024" cy="2103120"/>
          </a:xfrm>
          <a:prstGeom prst="roundRect">
            <a:avLst>
              <a:gd name="adj" fmla="val 391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9244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modes, both directions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092440" y="4462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needed a 2nd call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149840" y="44622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625328" y="44622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8/48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092440" y="4919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radius, real callers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0149840" y="49194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0625328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092440" y="53766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malformed through a pipe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0149840" y="53766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625328" y="53766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7/48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92440" y="5779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published numbers use the file-redirected form — the configuration favourable to it.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66928" y="4023360"/>
            <a:ext cx="7178040" cy="2103120"/>
          </a:xfrm>
          <a:prstGeom prst="roundRect">
            <a:avLst>
              <a:gd name="adj" fmla="val 391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8096" y="4133088"/>
            <a:ext cx="6766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seven wins are named one by one, and its first-pass numbers do not exist.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are cost losses on an answer ripwire gets right — a by-name lookup it serves in ~1 KB where ripwire spends 3× to also hand back the body. Three are ranking misses on webpack, and two of those share one unfixed mechanism: a symbol whose NAME matches the query beats the implementation that carries it in its body. Under the improve-first rule the round's FIRST pass was never published — its product was a loss list, and what is on this slide is the state after that list was worked. One of those fixes met its pre-registered band and was reverted anyway for failing a separate standing requirement; </a:t>
            </a:r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loss it would have fixed is still counted against us above.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§2 — GitNexus 1.6.9 (npm latest at 2026-08-22) vs ripwire at 7eb638e; django, webpack and this repository, all tree-hash verified clean · ratios are on class TOTALS, the medians form is printed there too because the two disagree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rule: numbers are held back until the loss list is worked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head-to-head round, and the ones that went against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98448" y="156362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2026-07-13/14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42616" y="156362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repo-map · codebase-memory-mcp · graphify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598664" y="15636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198424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116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01168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42616" y="20116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repowise · codeseek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98664" y="201168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43230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597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298448" y="245973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24597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— a compression layer, so a different instrument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98664" y="245973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code through byte-identical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28803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9077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29077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2026-08-06/08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42616" y="29077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five competitors, one harness, one day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98664" y="29077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on the previous slide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32841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5584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298448" y="3355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2026-08-04/05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42616" y="335584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agent-in-the-loop: the Codex CLI pilot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98664" y="335584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parity; +80% tokens, classified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77647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80390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298448" y="380390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42616" y="380390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CodeGraph, loss-first — we looked for our losses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98664" y="380390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REJECTED by its own preregistered band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422452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298448" y="425196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642616" y="425196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again, at equal token budget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598664" y="4251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questions traced to one root cause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467258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47000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r9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298448" y="47000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2026-08-09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642616" y="470001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Serena / scip-clang oracle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598664" y="470001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silent misses; the fix list it produced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206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1480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r10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298448" y="51480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2026-08-22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642616" y="51480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 1.6.9 — a graph-database context server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598664" y="51480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27-7-14 — its own slide, two back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 in full, because it is the point: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 was built, gated green, measured — predicted 12/22 against a pre-registered band of 10–14, measured 5/22 — and reverted rather than tuned. Published as a negative in docs/EVALS.md §7.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 (r1–r4, r9) · bench/r7/ · bench/r8/ — harnesses committed even for rounds that rejected their own fix · r5 left no head-to-head record in this tree, so it is not listed · r10's method and pins are published in docs/EVALS.md §2, its pre-fix numbers nowhere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 — and measured on public corpora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to call on reflex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0.213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— nothing to an answer: parse, rank, reply, no cache (r4)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query, median — against aider's 2.920 s (r4)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0.31 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 — against repowise's 34.0 s, worst case 352 s (r4)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 ms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 on this repo — against a clangd LSP's 3,760 ms (r9)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456432"/>
            <a:ext cx="544068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5844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8096" y="39319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tree-sitter parse plus tag-query capture — not graph math. Resolve and PageRank together are a small fraction of the run, and the ranking was never the bottleneck.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wins came from removing work, not micro-optimising it: demand-driven side captures, five whole-AST passes fused into one pre-order walk, a calibrated per-worker parse reserve.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456432"/>
            <a:ext cx="53492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73368" y="35844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opt-in faster builds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3368" y="39319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LTO is on by default. PGO is a script away and buys 14–25% cold.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opt-in performance, not opt-in correctness: </a:t>
            </a:r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stays byte-identical across build flavours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determinism gate runs on both, and CI builds a plain flavour too, because NDEBUG once compiled a whole class of degrade-path checks out of existence.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card above comes from a committed harness — bench/headtohead/r4-2026-08-06/ and r9-2026-08-09/ — not from a private corpus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got there — the pre-release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the verbs that actually need it, not on every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 pass fusion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whole-AST side-capture passes share ONE pre-order walk instead of five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+ S+tree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edges and scores; a bounded-scratch hot map whose fixed cap reports its own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std::map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5096" cy="1536192"/>
          </a:xfrm>
          <a:prstGeom prst="roundRect">
            <a:avLst>
              <a:gd name="adj" fmla="val 535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608576"/>
            <a:ext cx="106070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slide carries no numbers.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sprint's own headline pair was measured in June 2026 on a large private C++ corpus that is not publicly reproducible, and the deck does not quote figures a reader cannot re-derive — the previous slide's numbers all come from committed harnesses. What survives the omission is the </a:t>
            </a:r>
            <a:pPr indent="0" marL="0">
              <a:buNone/>
            </a:pPr>
            <a:r>
              <a:rPr lang="en-US" sz="1150" b="1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graph math was never the bottleneck, and every win came from doing less work rather than doing the same work faster. Same map contract throughout — byte-identical output before and after each of these changes.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mechanisms are in bench/PROFILE.md and the commit history; the private-corpus figures they produced are deliberately not quoted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re-measured on this repository, 2026-08-08 — run any row yourself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everyday moments, and what each one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5096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13048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63056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98664" y="1545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read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54312" y="15453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9280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 me in this repo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13048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63056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~5.6K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598664" y="18928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~20K–25K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354312" y="18928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3.6×–4.5×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29514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32257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X handled?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13048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--for="…"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63056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98664" y="23225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~4.9K–20K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54312" y="23225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2.6×–10.7×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752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already know?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13048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--recall="…"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63056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98664" y="27523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~445K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54312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29.2×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18211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me up for this task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13048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--pack-task="…"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98664" y="31821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~16K–80K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54312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7.7×–37.7×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358444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1188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this one function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813048" y="361188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--expand=SYM --top-k=0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63056" y="3611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~260–16.5K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8664" y="36118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~43K–174K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54312" y="36118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2.6×–670×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401421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41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 function?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13048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--callers=SYM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63056" y="40416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~580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98664" y="40416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~40K–52K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354312" y="40416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69.2×–89.1×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44398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7141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safe to change this?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813048" y="447141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--impact=SYM + --uses=SYM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63056" y="4471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~1.3K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598664" y="447141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~18K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354312" y="447141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7375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011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have a stack trace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813048" y="4901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--from-trace=FILE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163056" y="490118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~1.4K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98664" y="49011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~124K–298K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354312" y="49011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86.9×–208.6×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530352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33095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changed these files — tests? radius?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813048" y="533095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--situ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163056" y="53309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~410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598664" y="5330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~3K–132K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354312" y="53309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7.3×–324.2×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6928" y="573328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76072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PR/diff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813048" y="57607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--pr-context=REF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63056" y="57607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98664" y="57607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~4.8K–51K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9354312" y="5760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2.6×–27.5×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~tokens (≈ bytes/4). Every row is scored same-correct-answer-or-it-doesn't-count — both sides were checked, not assumed — and every ratio is a </a:t>
            </a:r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cheap end and the honest end of what an agent would actually read, never the single most flattering number.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root-neutralised, re-derived on this repo every run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 — three spellings of one root read 18.6 points apart before that subtraction. top-50 is the quotable number because the payload is top-50 whatever --top-k says.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0.797 → 0.990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70.0% → 98.0%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labels, re-derived 2026-08-08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325880"/>
          </a:xfrm>
          <a:prstGeom prst="roundRect">
            <a:avLst>
              <a:gd name="adj" fmla="val 620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01184"/>
            <a:ext cx="34747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grades itself before it answers.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repository's own src/: files=116 symbols=4204 edges=11727 ambiguous=5469 unresolved=1295.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 lists the numbers this project refuses to publish, each with its reason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honesty marks stop being a promise and become a measurement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levers accepted, one rejected on purpose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edges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07208" y="1673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2816" y="16733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function-like #define invocations land role="macro" edges on disclosed-degraded symbols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500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fn-pointer bindings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07208" y="23500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49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42816" y="235000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through unambiguous local function-pointer bindings now resolve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99923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266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using-declarations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07208" y="302666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42816" y="30266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re-exports emit role="import" references — r9 loss bucket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suppression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07208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42816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variable shadowing a function name stops stealing its use-sites — r9 loss bucket 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7997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RTA-lite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07208" y="437997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42816" y="437997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instantiation-filtered CHA cone: refuted TWICE — the instantiated set crossed namespaces, and narrowed calls LOST their amb= mark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5193792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r9 levers, against the compiler oracle: </a:t>
            </a:r>
            <a:pPr indent="0" marL="0">
              <a:buNone/>
            </a:pPr>
            <a:r>
              <a:rPr lang="en-US" sz="115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precision 0.9046 → 0.9136, recall 0.9285 → 0.9412.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5074920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3368" y="5193792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fn-pointer lever raised unresolved= by 1,039. Disclosure, not regression: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sites the resolver now RECOGNIZES but refuses to resolve are counted instead of silently ignored.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bench/resolverround/RESULTS.md — per-lever attribution; RTA-lite's rejection is written up in docs/EVALS.md §7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reason to believe any number on this deck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you can trust, because we publish what failed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04088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scripts named by test/regression.sh — and the COUNT itself is gated against the runner's own loop, so it cannot go stale quietly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416552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NEGATIVES — changes built, gated green, measured against a band written before the code, and reverted rather than tuned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10144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147304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on this deck without a committed instrument behind them — §8 lists the ones this project refuses to publish at all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310128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6499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fresh-clone arm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75888" y="3364992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own battery only ever ran inside a configured, long-lived worktree — one value of every AMBIENT input. It clones HEAD into a genuinely unconfigured checkout and re-runs the gates whose past failures were exactly that: a developer's git config, a fixture's inherited branch name, the checkout's own path length.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352544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4074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merge-conservation gate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75888" y="4407408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is not conservation. A conflict resolution can drop a gate from the runner's loop while regenerating the pinned count from that SAME damaged list — both sides then agree at a wrong number. On a merge, the loop must equal the UNION of both parents', minus explicit tombstones.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394960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54498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eight, by name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75888" y="5449824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r7's prose-strip fix (predicted 12/22, band 10–14, measured 5/22) · RTA-lite, refuted twice · file-level evidence pooling, +0.00pp held-out · un-guarded query stemming · its IDF-guarded retry, VOIDED by its own verifier · query-term density weighting, both displacement guards tripped · --anchor and --cochange-boost, no confirmed lift · a name-coverage floor that MET its pre-registered band and was reverted anyway for a standing requirement.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6400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 that cannot go red is a gate that proves nothing — which is why every arm on this deck ships with the mutation that makes it fail.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5564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C++ number is lower than the private one it replaced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93208" y="175564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SFML: strict file@10 28.7%, any@10 41.7%, first-hit MRR 0.21. Until 2026-08-07 this bullet compared against a ~89% any@10 private corpus that is no longer reproducible. That comparison is retired; the public number is the baseline going forward.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85292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93208" y="285292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published next to the flag it indicts, and carrying the same private-corpus caveat as every figure in that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89534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95020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93208" y="395020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lexical, and fusing the two made it worse — relatedness is lexical, importance is structural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99262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4748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93208" y="504748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144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single command for "is this code actually rotten?"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 of evidence, counted — never blended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41448" y="167335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shape: complexity, size, nesting, params, readability rank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03336" y="16733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--metrics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267712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95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lexical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41448" y="2295144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text: the naming rules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03336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  --naming-consistency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169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41448" y="2916936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the atoms-of-confusion rules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03336" y="2916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11296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3872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41448" y="3538728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change frequency, measured PER FILE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03336" y="353872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3308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605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41448" y="4160520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you must READ outside this file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03336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--context-ratio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75488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7823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41448" y="478231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function's OWN BODY touching non-local mutable state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03336" y="478231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--nonlocal-state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394960"/>
            <a:ext cx="5440680" cy="777240"/>
          </a:xfrm>
          <a:prstGeom prst="roundRect">
            <a:avLst>
              <a:gd name="adj" fmla="val 10588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8096" y="5486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the COUNT of distinct families that fire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never a weighted composite, because a composite lets one loud family impersonate six.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5394960"/>
            <a:ext cx="5349240" cy="777240"/>
          </a:xfrm>
          <a:prstGeom prst="roundRect">
            <a:avLst>
              <a:gd name="adj" fmla="val 105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54864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what the strict preset counts — the verb says so itself, families="6" enabled_n="4". Two families did not clear the stability ladder.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--quality-panel[=strict|default|lenient] — and --quality-delta for the narrower question: what did MY change make worse?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new lens does not ship because it sounds plausible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calibration that disqualified a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+0.168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04088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cross-family correlation in the whole 6×6 matrix — widening the panel from four families to six did not raise 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79392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27,889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16552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functions, five independent trees — two reported separately and never pooled, because one of them is this repository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147304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strict preset actually counts — TWO were measured and held back from gating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7947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913632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uncomfortable result, kept. 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stability pass ran each family across a ladder of commits to ask whether it is steady enough to gate on. </a:t>
            </a:r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colocation came out worse than historical on one ladder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neither gates: strict counts four of the six — a lens its own author wanted, measured, and demoted. The ladder was run precisely because that answer was possible; assuming it would pass is how a plausible axis becomes a permanent 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193792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5294376"/>
            <a:ext cx="10561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--field-affinity was NOT made a family either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exclusion by unit, not a failed measurement: it ranks struct FIELDS by co-access against declared layout, and the panel's unit is a function. Stated in the calibration rather than left for someone to notice.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§9.9 — same harness and criteria as the original four families, run BEFORE the two new ones shipped enabled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wires it into your 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38679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cursor · codex · windsurf · gemini · aider — or --all to detect every one you have installed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workflows (orient, navigate, change-check, quality-bar …) — wrap prints the recipe, skills/install.sh installs them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orchestrator loops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prompts in prompts/: run the same audit, eval and head-to-head machinery that built this tool, on your own repository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76072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5843016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does not just print JSON: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probes what that agent already has, emits the config in that agent's own shape, and includes a use-when blurb so the agent knows which verb fires at which moment — not just that a server exists.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repositories + 54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and a labelled survey of 221 tools that contributed nothing, which says so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1109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91109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5117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8775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1328" y="25877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227832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64408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326440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41064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1328" y="394106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581144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617720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61772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25780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9437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52943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 model — Posnett · Hindle · Devanbu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family of the quality panel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93445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97103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81328" y="597103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Maintainability Model — di Biase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--dmm: one comparable number per 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874520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1929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0" y="22037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0" y="2816352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8712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31455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3758184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3813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0873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00800" y="4700016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4754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scip-clang · Serena / clangd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5029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compiler-grade oracle round 9 graded both tools against — an outside referee, not a rival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5641848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5696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59710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21 grammars vendored, one parser per thread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 not take any of it on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claim, and the command that re-derives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 long flags · 26 slides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7568" y="15819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test/deckclaimcheck.sh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0802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76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--flag named here exists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7568" y="21076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test/deckcheck.sh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334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 fewer element bytes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87568" y="26334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test/showcasecapturecheck.sh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3182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1592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gate scripts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87568" y="315925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test/manifestcheck.sh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850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 · 54 papers · 221 surveyed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87568" y="368503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test/readmedriftcheck.sh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833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2108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ten moments, any row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87568" y="42108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--callers=SYM | wc -c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7091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7365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head-to-head 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87568" y="47365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2349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2623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oracle round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87568" y="52623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is generated, and the generator is gated.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present/deck5_ripwire_build.js is scanned for fabricated flags and its slide count is derived from its own addSlide() calls — a deck that drifts from the binary fails the suite.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is the source of truth; §7 is the counterexamples, §8 the claims this project refuses to make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417320"/>
          </a:xfrm>
          <a:prstGeom prst="roundRect">
            <a:avLst>
              <a:gd name="adj" fmla="val 580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3852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40156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40156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340156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895344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895344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389534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3891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389120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438912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882896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--quality-panel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488289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code actually rotten? six families, one shortlist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376672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5376672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89320" y="5376672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587044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wrap claude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587044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agent, in that agent's own config shape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2026-08-23T19:05:23Z</dcterms:created>
  <dcterms:modified xsi:type="dcterms:W3CDTF">2026-08-23T19:05:23Z</dcterms:modified>
</cp:coreProperties>
</file>