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(the head-to-head re-measure is held for 0.6.2);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“33 MCP verbs … 17 read verbs … 13 flagship reflexes … 3 span-addressed edit verbs” — README.md, lane/t10-mcp-coverage: “One stdio server, 33 verbs — 17 read, 13 flagship-reflex, 3 span-addressed edit” (rank_by and affected joined the MCP surface, matching the CLI --rank-by / --affected twins).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183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--biggest-first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183 long flags; docs/COMMANDS.md carries an entry for every one of them, 162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649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649</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33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17 read verbs mirroring the CLI, 13 flagship reflexes (impact, uses, affected,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183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649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2026-09-25T18:37:05Z</dcterms:created>
  <dcterms:modified xsi:type="dcterms:W3CDTF">2026-09-25T18:37:05Z</dcterms:modified>
</cp:coreProperties>
</file>