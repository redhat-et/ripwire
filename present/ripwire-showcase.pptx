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ripwire --for</c:v>
                  </c:pt>
                  <c:pt idx="1">
                    <c:v>repowise 0.37.0</c:v>
                  </c:pt>
                  <c:pt idx="2">
                    <c:v>codeseek 0.1.31 (ident arm)</c:v>
                  </c:pt>
                  <c:pt idx="3">
                    <c:v>codeseek 0.1.31 (raw fallback)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58.3</c:v>
                </c:pt>
                <c:pt idx="1">
                  <c:v>33.3</c:v>
                </c:pt>
                <c:pt idx="2">
                  <c:v>15</c:v>
                </c:pt>
                <c:pt idx="3">
                  <c:v>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ripwire --for</c:v>
                  </c:pt>
                  <c:pt idx="1">
                    <c:v>codebase-memory-mcp</c:v>
                  </c:pt>
                  <c:pt idx="2">
                    <c:v>graphify</c:v>
                  </c:pt>
                  <c:pt idx="3">
                    <c:v>Aider repo-map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36.7</c:v>
                </c:pt>
                <c:pt idx="1">
                  <c:v>26.7</c:v>
                </c:pt>
                <c:pt idx="2">
                  <c:v>21.7</c:v>
                </c:pt>
                <c:pt idx="3">
                  <c:v>13.3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cold-to-cold speedup vs Aider repo-map (×)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repo A</c:v>
                  </c:pt>
                  <c:pt idx="1">
                    <c:v>repo B</c:v>
                  </c:pt>
                  <c:pt idx="2">
                    <c:v>repo C</c:v>
                  </c:pt>
                  <c:pt idx="3">
                    <c:v>repo D</c:v>
                  </c:pt>
                  <c:pt idx="4">
                    <c:v>repo 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11.3</c:v>
                </c:pt>
                <c:pt idx="1">
                  <c:v>19.1</c:v>
                </c:pt>
                <c:pt idx="2">
                  <c:v>9.1</c:v>
                </c:pt>
                <c:pt idx="3">
                  <c:v>31.6</c:v>
                </c:pt>
                <c:pt idx="4">
                  <c:v>42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naive: grep dump + whole-file reads</c:v>
                  </c:pt>
                  <c:pt idx="1">
                    <c:v>ripwire answers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367192</c:v>
                </c:pt>
                <c:pt idx="1">
                  <c:v>14758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15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0.114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latest head-to-head round,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index; competitor medians include their per-question work. Same instances, same gold, same metric code.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bench/headtohead/r2-2026-08-03/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15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794760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8404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84048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507992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55371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553712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6694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66944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C/C++, ObjC, Python, TS/JS, Java, Go, Rust, Ruby, Swift, C#, Bash — plus JSON and Metal (a C++ dialect)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934456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598017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5980176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124 long flags behind one `--help` that is always the authority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01968" y="1728216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--top-k  --token-budget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01968" y="2404872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--grep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01968" y="308152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01968" y="3758184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  --clones  --metrics  --deps  --lint  --quality-delta  --edit-check  --pr-context  --merge-scout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01968" y="4434840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01968" y="5111496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01968" y="5788152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--help is generated from the binary's own flag table — 124 long flags; docs/COMMANDS.md documents 101 of them with real recorded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a diff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same instances, same gold, same metric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every round, every tool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66420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2 (2026-08-03) — strict file@10, N = 60</a:t>
            </a:r>
            <a:endParaRPr lang="en-US" sz="11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938528"/>
          <a:ext cx="66751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11480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1 — strict file@10, N = 60 (own binary + evaluator; rounds are not number-comparable)</a:t>
            </a:r>
            <a:endParaRPr lang="en-US" sz="11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566928" y="4389120"/>
          <a:ext cx="66751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7498080" y="1783080"/>
            <a:ext cx="4023360" cy="1554480"/>
          </a:xfrm>
          <a:prstGeom prst="roundRect">
            <a:avLst>
              <a:gd name="adj" fmla="val 529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589520" y="19202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58.3%</a:t>
            </a:r>
            <a:endParaRPr lang="en-US" sz="4400" dirty="0"/>
          </a:p>
        </p:txBody>
      </p:sp>
      <p:sp>
        <p:nvSpPr>
          <p:cNvPr id="10" name="Text 6"/>
          <p:cNvSpPr/>
          <p:nvPr/>
        </p:nvSpPr>
        <p:spPr>
          <a:xfrm>
            <a:off x="7589520" y="273405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file@10 — every gold file in the top ten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60 paired, zero exclusions · 17–2 paired vs repowise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498080" y="3429000"/>
            <a:ext cx="4023360" cy="1554480"/>
          </a:xfrm>
          <a:prstGeom prst="roundRect">
            <a:avLst>
              <a:gd name="adj" fmla="val 529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680960" y="3547872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wall (query, warm):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0.114 s · repowise 1.14 s (incl. a per-query server spawn) — round 1: Aider 2.5 s · graphify 5.8 s, cold per run.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codeseek's raw arm: 0 results on 60/60 — a query-protocol boundary, not its embedder mode. Vexp and CodeIndexer were excluded by free-tier caps, not beaten.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498080" y="5120640"/>
            <a:ext cx="4023360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680960" y="522122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3, different instrument: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headroom (the compression layer) passed code through byte-identical; ripwire answered at 7.3% of the naive baseline's tokens.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bench/headtohead/REPORT.md (r1) · r2-2026-08-03/ · r3-headroom-2026-08-03/ · docs/EVALS.md §2 — an adversarial VERIFIER.md ships with each round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faster: same algorithm, 9-42× the speed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82880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7607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repositories, tag caches cleared each run, minimum of N runs. Same pipeline on both sides — tree-sitter parse then PageRank — so the gap is compiled versus interpreted.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903720" y="1828800"/>
            <a:ext cx="461772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2011680"/>
            <a:ext cx="4251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1,560-file repository
</a:t>
            </a:r>
            <a:pPr indent="0" marL="0">
              <a:buNone/>
            </a:pPr>
            <a:r>
              <a:rPr lang="en-US" sz="2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s cold · 0.18 s warm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Aider's map of the same tree: 40 s cold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903720" y="3749040"/>
            <a:ext cx="4617720" cy="1920240"/>
          </a:xfrm>
          <a:prstGeom prst="roundRect">
            <a:avLst>
              <a:gd name="adj" fmla="val 42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86600" y="3931920"/>
            <a:ext cx="4251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 (self-profiled)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~780 ms → 33 ms warm (24×, the cache)
resolve + PageRank together: ~21 ms
</a:t>
            </a:r>
            <a:pPr indent="0" marL="0">
              <a:buNone/>
            </a:pPr>
            <a:r>
              <a:rPr lang="en-US" sz="1150" i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ranking is the cheap part — the graph math was never the bottleneck.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bench/BENCHMARK.md (caveat: measured 2026-06-20 on a large private C++ corpus — historical, not publicly reproducible) · bench/PROFILE.md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wait: 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C++ run — was 190 ms, −47%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cache run — was 40 ms, half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ms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+ rank + emit — below the noise floor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determinism, ASan, det-gate and cache gates — unchanged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4107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18688" y="34107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968496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39959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--no-cache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18688" y="39959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contentHash64() entirely when no lookup or save can use it — pure waste removed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53712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811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218688" y="45811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--uses, --metrics, --for and --exemplar — side captures 404 → 57 ms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138928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5166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218688" y="5166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24144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5751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cap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218688" y="575157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parsed-file backlog bounded at 4 files / 8 MiB per worker — memory pressure stays sane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pre-release performance sprint — measured on the private ~1,500-file C++ corpus (historical, not publicly reproducible); same map contract: byte-identical output before and after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where the time goes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at scale — and the long pole is the parser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edges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graph edges — ~6× edge sort at scale, on the production graph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scores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score/id ordering made numeric — 5.8–8.5× in benchmarks, deterministic tie-break kept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timsort scratch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caller-owned scratch buffer, no per-frame allocation — best on nearly-sorted updates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pdqsort bench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as the adversarial baseline; std::sort held up well — the baseline keeps us honest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S+tree hot map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bounded-scratch dynamic map: 20.4 ms vs 68.3 ms lookup — a fixed-cap guard reports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lookup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 HashMap,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029200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513892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now tree-sitter parse + tag-query capture, not graph math. </a:t>
            </a:r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Demand-driven captures already cut 404 → 57 ms; the next wins are query- and grammar-specific. </a:t>
            </a:r>
            <a:pPr indent="0" marL="0">
              <a:buNone/>
            </a:pPr>
            <a:r>
              <a:rPr lang="en-US" sz="1250" i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stuff it needs to do — just a lot less waiting.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pre-release performance sprint — sort/index wins matter most past cache scale; determinism and sanitizer gates stayed green throughout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token bill, cut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real agent questions: 24.9× fewer tokens than the naive read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65836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920240"/>
            <a:ext cx="4114800" cy="1645920"/>
          </a:xfrm>
          <a:prstGeom prst="roundRect">
            <a:avLst>
              <a:gd name="adj" fmla="val 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98080" y="21031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96.0%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498080" y="291693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tokens — 14,758 vs 367,192, tiktoken cl100k_base,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questions: who-calls, orientation, blast radius …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749040"/>
            <a:ext cx="4114800" cy="1463040"/>
          </a:xfrm>
          <a:prstGeom prst="roundRect">
            <a:avLst>
              <a:gd name="adj" fmla="val 562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3913632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anti-headline, published next to it: </a:t>
            </a:r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--grep costs +19.7% tokens (−11.2%)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every verb is a reducer, and the docs say which.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562356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 carried with every figure on this slide: measured 2026-06-20 on a large private C++ corpus — historical, private, not publicly reproducible. The public, gated companions are the 67.0% element-byte reduction and LocBench's −39.4% ceiling.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bench/BENCHMARK.md · docs/EVALS.md §5 — the baseline is what an agent does WITHOUT the tool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67.0%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 measurement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spelled. A gate re-derives it against every fresh capture.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0.859 → 0.993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76.7% → 98.7%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held-out labels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recallevalcheck pins the ranking bars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37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list of numbers this project refuses to publish, each with the reason. The counterexample section is not an afterthought.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334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901952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70448" y="1901952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measured, in the docs, next to the flag it indicts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889504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962656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870448" y="2962656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 — relatedness is lexical; importance is structural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950208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4023360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signature can outweigh its body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70448" y="4023360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symbol's signature + doc comment: 303 bytes; its full body: 158 — the compact form lost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5010912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84064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70448" y="5084064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Codex in one command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621792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828800"/>
            <a:ext cx="610819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codex mcp add ripwire -- ripwire --mcp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040880" y="1828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 bundle also ships all 17 skills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60604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157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1089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60604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7157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1089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34340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45312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84632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workflows (orient, navigate, change-check, quality-bar …), bundled in the Codex plugin or installed by skills/install.sh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34340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45312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prompts/ — self-improvement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84632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copy-paste orchestrator loops: run the same audit, eval and head-to-head machinery that built the tool, on your own repo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repositories + 27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220 more surveyed and labeled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202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481328" y="1920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624328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67004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481328" y="26700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74136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41985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481328" y="34198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23944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16966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1999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481328" y="416966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HITS hubs &amp; authorities — Kleinberg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alternate lens (--rank-by=authority|hub)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873752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91947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481328" y="491947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66928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481328" y="566928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1874520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19476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0" y="227685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0" y="3008376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3081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83680" y="34107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4142232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42153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83680" y="454456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5276088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53492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83680" y="567842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15 grammars vendored, one parser per thread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828800"/>
          </a:xfrm>
          <a:prstGeom prst="roundRect">
            <a:avLst>
              <a:gd name="adj" fmla="val 45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659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840480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840480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8932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407408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407408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89320" y="440740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974336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974336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989320" y="497433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541264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541264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989320" y="554126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263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2026-08-05T01:05:17Z</dcterms:created>
  <dcterms:modified xsi:type="dcterms:W3CDTF">2026-08-05T01:05:17Z</dcterms:modified>
</cp:coreProperties>
</file>