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21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21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6850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6850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47141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47141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1208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57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57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PHP · Lua · Bash · C# · JSON · TOML · YAML · Markdown — 21 vendored grammars; markdown headings are real symbols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98464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604418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60441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156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 or delete?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  --pattern  --safe-delete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156 long flags; docs/COMMANDS.md carries an entry for every one of them, 94 with a recorded invocation and its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2026-08-15 — each figure re-derived on the binary that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last eight days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184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code SHAPE, not by node kinds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1848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foo($X, ...) across 13 grammar objects / 11 languages. On this repo VERIFY($X) finds 101 hits over 625 eligible files, each with its enclosing symbol. A pattern no served grammar resolves REFUSES (exit 1) instead of reporting hits=0.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1401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--safe-delete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3405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I delete this?” in one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414016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+ transitive radius + every read/write/import site + how much of that radius a test reaches. risk= names what was FOUND — never a go/no-go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importers=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second, weaker reach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209544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files that include/require a file defining SYM, with their own cap pair — NEVER summed into reaches=, because files and symbols are different units. IngestResult: reaches=0, importers=70.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59352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 --for bundles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3251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bodies were 52.7% of every conceptual byte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4005072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subtoken+body route now ships the ranked map plus one-hop edge context, disclosed as bundle=compact bodies=0. 15-query class B: 184,857 B → 95,256 B, −48.5%, all 11 decisive markers still present. --auto-bodies is a permanent opt-out.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00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corroborated callers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shared= on --pack-task rows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4800600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neighbour reached by four of the bundle's anchors sorts above one reached by a single anchor — omitted at 1, which is what every 1-hop row satisfies anyway.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5040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961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per-rule --lint roll-up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916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capped view stops hiding whole rules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559612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repository 14 of the 31 rules that fired contribute ZERO shown rows — 368 findings whose only evidence is their count=. A rule no corpus language registers carries applicable=0, so its zero is inertness, not a measurement.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6355080"/>
            <a:ext cx="11055096" cy="0"/>
          </a:xfrm>
          <a:prstGeom prst="roundRect">
            <a:avLst>
              <a:gd name="adj" fmla="val Infinity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2764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languages: PHP and Lua,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shipped with its floor stated rather than implied — PHP's run-time dispatch ($fn(), call_user_func, __call) names its callee at run time and is a declared floor; a Lua corpus reports no inheritance edges, because metatable inheritance has no syntax to 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48 paired questions, zero exclusions, both arms exit 0 on all 48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graph-database context server: 27–7–14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7178040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081528" y="1545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02736" y="15453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89704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22392" y="1545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35040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÷ 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865376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lookup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18928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02736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1892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22392" y="1892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95144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search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81528" y="2322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02736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9704" y="23225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22392" y="232257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1.23×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2724912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/ blast radius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81528" y="27523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02736" y="27523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9704" y="27523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22392" y="275234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0.39×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154680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orientation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081528" y="31821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02736" y="3182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9704" y="3182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22392" y="3182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3584448"/>
            <a:ext cx="7178040" cy="402336"/>
          </a:xfrm>
          <a:prstGeom prst="roundRect">
            <a:avLst>
              <a:gd name="adj" fmla="val 20455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6118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81528" y="36118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602736" y="36118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489704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22392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035040" y="36118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0.159×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09560" y="1517904"/>
            <a:ext cx="362102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924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the whole sweep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092440" y="19202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309,348 B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1,945,231 B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Warm median 197 ms against 1,082 ms. Index 0.25–0.45 s / 6.6–16.5 MB against 23–52 s / 391–623 MB — written into the repository, not $TMPDIR.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909560" y="3182112"/>
            <a:ext cx="3621024" cy="804672"/>
          </a:xfrm>
          <a:prstGeom prst="roundRect">
            <a:avLst>
              <a:gd name="adj" fmla="val 1022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92440" y="32552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better: 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one-hop context at 0.7–1.0 KB, a depth-LABELLED blast radius, per-stage timing on every query, and two-command onboarding into eight agents.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909560" y="4023360"/>
            <a:ext cx="3621024" cy="2103120"/>
          </a:xfrm>
          <a:prstGeom prst="roundRect">
            <a:avLst>
              <a:gd name="adj" fmla="val 391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24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modes, both directions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092440" y="4462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 a 2nd call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149840" y="44622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25328" y="44622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8/48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radius, real callers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0149840" y="49194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625328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092440" y="5376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malformed through a pipe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53766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25328" y="53766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7/48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92440" y="5779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numbers use the file-redirected form — the configuration favourable to it.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66928" y="4023360"/>
            <a:ext cx="7178040" cy="2103120"/>
          </a:xfrm>
          <a:prstGeom prst="roundRect">
            <a:avLst>
              <a:gd name="adj" fmla="val 391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" y="4133088"/>
            <a:ext cx="6766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seven wins are named one by one, and its first-pass numbers do not exist.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are cost losses on an answer ripwire gets right — a by-name lookup it serves in ~1 KB where ripwire spends 3× to also hand back the body. Three are ranking misses on webpack, and two of those share one unfixed mechanism: a symbol whose NAME matches the query beats the implementation that carries it in its body. Under the improve-first rule the round's FIRST pass was never published — its product was a loss list, and what is on this slide is the state after that list was worked. One of those fixes met its pre-registered band and was reverted anyway for failing a separate standing requirement; </a:t>
            </a:r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loss it would have fixed is still counted against us above.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§2 — GitNexus 1.6.9 (npm latest at 2026-08-22) vs ripwire at 7eb638e; django, webpack and this repository, all tree-hash verified clean · ratios are on class TOTALS, the medians form is printed there too because the two disagree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— its own slide, two 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re-measured on this repository, 2026-08-08 — run any row yourself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2.6×–10.7×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0.797 → 0.990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70.0% → 98.0%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held-out labels, re-derived 2026-08-08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recallevalcheck pins the ranking bars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files=116 symbols=4204 edges=11727 ambiguous=5469 unresolved=1295.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reason to believe any number on this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you can trust, because we publish what failed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scripts named by test/regression.sh — and the COUNT itself is gated against the runner's own loop, so it cannot go stale quietly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16552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NEGATIVES — changes built, gated green, measured against a band written before the code, and reverted rather than tuned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10144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147304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on this deck without a committed instrument behind them — §8 lists the ones this project refuses to publish at all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6499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fresh-clone arm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75888" y="3364992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battery only ever ran inside a configured, long-lived worktree — one value of every AMBIENT input. It clones HEAD into a genuinely unconfigured checkout and re-runs the gates whose past failures were exactly that: a developer's git config, a fixture's inherited branch name, the checkout's own path length.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4074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merge-conservation 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4407408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not conservation. A conflict resolution can drop a gate from the runner's loop while regenerating the pinned count from that SAME damaged list — both sides then agree at a wrong number. On a merge, the loop must equal the UNION of both parents', minus explicit tombstones.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94960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4498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eight, by 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5888" y="5449824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r7's prose-strip fix (predicted 12/22, band 10–14, measured 5/22) · RTA-lite, refuted twice · file-level evidence pooling, +0.00pp held-out · un-guarded query stemming · its IDF-guarded retry, VOIDED by its own verifier · query-term density weighting, both displacement guards tripped · --anchor and --cochange-boost, no confirmed lift · a name-coverage floor that MET its pre-registered band and was reverted anyway for a standing requirement.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that cannot go red is a gate that proves nothing — which is why every arm on this deck ships with the mutation that makes it fail.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27,889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repositories + 54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221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21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 long flags · 26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81.4%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451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repos · 54 papers · 221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2026-08-23T19:13:41Z</dcterms:created>
  <dcterms:modified xsi:type="dcterms:W3CDTF">2026-08-23T19:13:41Z</dcterms:modified>
</cp:coreProperties>
</file>